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01" r:id="rId2"/>
    <p:sldMasterId id="2147483723" r:id="rId3"/>
  </p:sldMasterIdLst>
  <p:notesMasterIdLst>
    <p:notesMasterId r:id="rId29"/>
  </p:notesMasterIdLst>
  <p:sldIdLst>
    <p:sldId id="256" r:id="rId4"/>
    <p:sldId id="370" r:id="rId5"/>
    <p:sldId id="335" r:id="rId6"/>
    <p:sldId id="369" r:id="rId7"/>
    <p:sldId id="372" r:id="rId8"/>
    <p:sldId id="375" r:id="rId9"/>
    <p:sldId id="373" r:id="rId10"/>
    <p:sldId id="374" r:id="rId11"/>
    <p:sldId id="376" r:id="rId12"/>
    <p:sldId id="377" r:id="rId13"/>
    <p:sldId id="388" r:id="rId14"/>
    <p:sldId id="378" r:id="rId15"/>
    <p:sldId id="389" r:id="rId16"/>
    <p:sldId id="379" r:id="rId17"/>
    <p:sldId id="381" r:id="rId18"/>
    <p:sldId id="385" r:id="rId19"/>
    <p:sldId id="380" r:id="rId20"/>
    <p:sldId id="382" r:id="rId21"/>
    <p:sldId id="383" r:id="rId22"/>
    <p:sldId id="387" r:id="rId23"/>
    <p:sldId id="384" r:id="rId24"/>
    <p:sldId id="276" r:id="rId25"/>
    <p:sldId id="324" r:id="rId26"/>
    <p:sldId id="326" r:id="rId27"/>
    <p:sldId id="277" r:id="rId2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5pPr>
    <a:lvl6pPr marL="2286000" algn="l" defTabSz="914400" rtl="0" eaLnBrk="1" latinLnBrk="0" hangingPunct="1">
      <a:defRPr kern="1200">
        <a:solidFill>
          <a:schemeClr val="tx1"/>
        </a:solidFill>
        <a:latin typeface="Aptos" panose="020B0004020202020204" pitchFamily="34" charset="0"/>
        <a:ea typeface="+mn-ea"/>
        <a:cs typeface="+mn-cs"/>
      </a:defRPr>
    </a:lvl6pPr>
    <a:lvl7pPr marL="2743200" algn="l" defTabSz="914400" rtl="0" eaLnBrk="1" latinLnBrk="0" hangingPunct="1">
      <a:defRPr kern="1200">
        <a:solidFill>
          <a:schemeClr val="tx1"/>
        </a:solidFill>
        <a:latin typeface="Aptos" panose="020B0004020202020204" pitchFamily="34" charset="0"/>
        <a:ea typeface="+mn-ea"/>
        <a:cs typeface="+mn-cs"/>
      </a:defRPr>
    </a:lvl7pPr>
    <a:lvl8pPr marL="3200400" algn="l" defTabSz="914400" rtl="0" eaLnBrk="1" latinLnBrk="0" hangingPunct="1">
      <a:defRPr kern="1200">
        <a:solidFill>
          <a:schemeClr val="tx1"/>
        </a:solidFill>
        <a:latin typeface="Aptos" panose="020B0004020202020204" pitchFamily="34" charset="0"/>
        <a:ea typeface="+mn-ea"/>
        <a:cs typeface="+mn-cs"/>
      </a:defRPr>
    </a:lvl8pPr>
    <a:lvl9pPr marL="3657600" algn="l" defTabSz="914400" rtl="0" eaLnBrk="1" latinLnBrk="0" hangingPunct="1">
      <a:defRPr kern="1200">
        <a:solidFill>
          <a:schemeClr val="tx1"/>
        </a:solidFill>
        <a:latin typeface="Aptos" panose="020B0004020202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AC8C8"/>
    <a:srgbClr val="BE64AC"/>
    <a:srgbClr val="9A3BFF"/>
    <a:srgbClr val="3A1857"/>
    <a:srgbClr val="0424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600C9A-087B-4127-92CE-F207BF1B48A1}" v="5" dt="2026-09-08T09:30:34.7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41" autoAdjust="0"/>
    <p:restoredTop sz="94980" autoAdjust="0"/>
  </p:normalViewPr>
  <p:slideViewPr>
    <p:cSldViewPr snapToGrid="0">
      <p:cViewPr varScale="1">
        <p:scale>
          <a:sx n="41" d="100"/>
          <a:sy n="41" d="100"/>
        </p:scale>
        <p:origin x="31" y="79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microsoft.com/office/2016/11/relationships/changesInfo" Target="changesInfos/changesInfo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 Wood" userId="aec43772-bcf5-46cc-9a87-d83fa89d6ca1" providerId="ADAL" clId="{34D5AA5C-54E7-4718-80F8-A52AC93CF80D}"/>
    <pc:docChg chg="undo custSel addSld delSld modSld sldOrd">
      <pc:chgData name="Maria Wood" userId="aec43772-bcf5-46cc-9a87-d83fa89d6ca1" providerId="ADAL" clId="{34D5AA5C-54E7-4718-80F8-A52AC93CF80D}" dt="2026-09-08T09:58:03.498" v="7940" actId="20577"/>
      <pc:docMkLst>
        <pc:docMk/>
      </pc:docMkLst>
      <pc:sldChg chg="modSp mod">
        <pc:chgData name="Maria Wood" userId="aec43772-bcf5-46cc-9a87-d83fa89d6ca1" providerId="ADAL" clId="{34D5AA5C-54E7-4718-80F8-A52AC93CF80D}" dt="2026-09-02T11:20:31.098" v="1394" actId="14100"/>
        <pc:sldMkLst>
          <pc:docMk/>
          <pc:sldMk cId="3461108499" sldId="256"/>
        </pc:sldMkLst>
        <pc:spChg chg="mod">
          <ac:chgData name="Maria Wood" userId="aec43772-bcf5-46cc-9a87-d83fa89d6ca1" providerId="ADAL" clId="{34D5AA5C-54E7-4718-80F8-A52AC93CF80D}" dt="2026-09-02T11:20:23.712" v="1392" actId="404"/>
          <ac:spMkLst>
            <pc:docMk/>
            <pc:sldMk cId="3461108499" sldId="256"/>
            <ac:spMk id="2" creationId="{536B39EF-06B4-7FB8-0BB4-BE19A1E00992}"/>
          </ac:spMkLst>
        </pc:spChg>
        <pc:spChg chg="mod">
          <ac:chgData name="Maria Wood" userId="aec43772-bcf5-46cc-9a87-d83fa89d6ca1" providerId="ADAL" clId="{34D5AA5C-54E7-4718-80F8-A52AC93CF80D}" dt="2026-09-02T11:20:31.098" v="1394" actId="14100"/>
          <ac:spMkLst>
            <pc:docMk/>
            <pc:sldMk cId="3461108499" sldId="256"/>
            <ac:spMk id="3" creationId="{ACE27E69-6AB1-7094-5E91-7496864D7827}"/>
          </ac:spMkLst>
        </pc:spChg>
        <pc:spChg chg="mod">
          <ac:chgData name="Maria Wood" userId="aec43772-bcf5-46cc-9a87-d83fa89d6ca1" providerId="ADAL" clId="{34D5AA5C-54E7-4718-80F8-A52AC93CF80D}" dt="2026-09-02T11:19:59.266" v="1387" actId="1076"/>
          <ac:spMkLst>
            <pc:docMk/>
            <pc:sldMk cId="3461108499" sldId="256"/>
            <ac:spMk id="4" creationId="{303325F2-4E75-64FD-2C16-BA37BEC84DB2}"/>
          </ac:spMkLst>
        </pc:spChg>
      </pc:sldChg>
      <pc:sldChg chg="modSp add mod">
        <pc:chgData name="Maria Wood" userId="aec43772-bcf5-46cc-9a87-d83fa89d6ca1" providerId="ADAL" clId="{34D5AA5C-54E7-4718-80F8-A52AC93CF80D}" dt="2026-09-03T11:47:33.862" v="6335" actId="20577"/>
        <pc:sldMkLst>
          <pc:docMk/>
          <pc:sldMk cId="3021422809" sldId="276"/>
        </pc:sldMkLst>
        <pc:spChg chg="mod">
          <ac:chgData name="Maria Wood" userId="aec43772-bcf5-46cc-9a87-d83fa89d6ca1" providerId="ADAL" clId="{34D5AA5C-54E7-4718-80F8-A52AC93CF80D}" dt="2026-09-03T11:47:33.862" v="6335" actId="20577"/>
          <ac:spMkLst>
            <pc:docMk/>
            <pc:sldMk cId="3021422809" sldId="276"/>
            <ac:spMk id="5" creationId="{BF26E853-EDD4-D229-A715-F94A6E92309A}"/>
          </ac:spMkLst>
        </pc:spChg>
      </pc:sldChg>
      <pc:sldChg chg="add">
        <pc:chgData name="Maria Wood" userId="aec43772-bcf5-46cc-9a87-d83fa89d6ca1" providerId="ADAL" clId="{34D5AA5C-54E7-4718-80F8-A52AC93CF80D}" dt="2026-09-03T09:44:51.097" v="4875"/>
        <pc:sldMkLst>
          <pc:docMk/>
          <pc:sldMk cId="2054667646" sldId="277"/>
        </pc:sldMkLst>
      </pc:sldChg>
      <pc:sldChg chg="modSp add mod">
        <pc:chgData name="Maria Wood" userId="aec43772-bcf5-46cc-9a87-d83fa89d6ca1" providerId="ADAL" clId="{34D5AA5C-54E7-4718-80F8-A52AC93CF80D}" dt="2026-09-08T09:58:03.498" v="7940" actId="20577"/>
        <pc:sldMkLst>
          <pc:docMk/>
          <pc:sldMk cId="1577310047" sldId="324"/>
        </pc:sldMkLst>
        <pc:spChg chg="mod">
          <ac:chgData name="Maria Wood" userId="aec43772-bcf5-46cc-9a87-d83fa89d6ca1" providerId="ADAL" clId="{34D5AA5C-54E7-4718-80F8-A52AC93CF80D}" dt="2026-09-08T09:58:03.498" v="7940" actId="20577"/>
          <ac:spMkLst>
            <pc:docMk/>
            <pc:sldMk cId="1577310047" sldId="324"/>
            <ac:spMk id="5" creationId="{811CA29D-9B4F-D167-5835-F5C486D9A3D6}"/>
          </ac:spMkLst>
        </pc:spChg>
      </pc:sldChg>
      <pc:sldChg chg="add">
        <pc:chgData name="Maria Wood" userId="aec43772-bcf5-46cc-9a87-d83fa89d6ca1" providerId="ADAL" clId="{34D5AA5C-54E7-4718-80F8-A52AC93CF80D}" dt="2026-09-03T09:44:51.097" v="4875"/>
        <pc:sldMkLst>
          <pc:docMk/>
          <pc:sldMk cId="3070727117" sldId="326"/>
        </pc:sldMkLst>
      </pc:sldChg>
      <pc:sldChg chg="modSp mod ord">
        <pc:chgData name="Maria Wood" userId="aec43772-bcf5-46cc-9a87-d83fa89d6ca1" providerId="ADAL" clId="{34D5AA5C-54E7-4718-80F8-A52AC93CF80D}" dt="2026-09-02T11:18:43.286" v="1329" actId="20577"/>
        <pc:sldMkLst>
          <pc:docMk/>
          <pc:sldMk cId="3238355876" sldId="335"/>
        </pc:sldMkLst>
        <pc:spChg chg="mod">
          <ac:chgData name="Maria Wood" userId="aec43772-bcf5-46cc-9a87-d83fa89d6ca1" providerId="ADAL" clId="{34D5AA5C-54E7-4718-80F8-A52AC93CF80D}" dt="2026-09-02T11:18:43.286" v="1329" actId="20577"/>
          <ac:spMkLst>
            <pc:docMk/>
            <pc:sldMk cId="3238355876" sldId="335"/>
            <ac:spMk id="2" creationId="{D283686C-50EF-DD09-B0CB-DE03E60ACFCB}"/>
          </ac:spMkLst>
        </pc:spChg>
        <pc:spChg chg="mod">
          <ac:chgData name="Maria Wood" userId="aec43772-bcf5-46cc-9a87-d83fa89d6ca1" providerId="ADAL" clId="{34D5AA5C-54E7-4718-80F8-A52AC93CF80D}" dt="2026-09-02T11:17:33.155" v="1262" actId="113"/>
          <ac:spMkLst>
            <pc:docMk/>
            <pc:sldMk cId="3238355876" sldId="335"/>
            <ac:spMk id="3" creationId="{867F2ABD-AA38-82C2-2844-BEA9523E211B}"/>
          </ac:spMkLst>
        </pc:spChg>
      </pc:sldChg>
      <pc:sldChg chg="addSp delSp modSp new mod ord modClrScheme chgLayout">
        <pc:chgData name="Maria Wood" userId="aec43772-bcf5-46cc-9a87-d83fa89d6ca1" providerId="ADAL" clId="{34D5AA5C-54E7-4718-80F8-A52AC93CF80D}" dt="2026-09-02T11:16:58.586" v="1243" actId="14100"/>
        <pc:sldMkLst>
          <pc:docMk/>
          <pc:sldMk cId="2207087088" sldId="369"/>
        </pc:sldMkLst>
        <pc:spChg chg="add mod ord">
          <ac:chgData name="Maria Wood" userId="aec43772-bcf5-46cc-9a87-d83fa89d6ca1" providerId="ADAL" clId="{34D5AA5C-54E7-4718-80F8-A52AC93CF80D}" dt="2026-09-02T11:16:58.586" v="1243" actId="14100"/>
          <ac:spMkLst>
            <pc:docMk/>
            <pc:sldMk cId="2207087088" sldId="369"/>
            <ac:spMk id="6" creationId="{8B3BC1B3-2763-98BB-F1F7-7A186B8F6059}"/>
          </ac:spMkLst>
        </pc:spChg>
        <pc:spChg chg="add mod">
          <ac:chgData name="Maria Wood" userId="aec43772-bcf5-46cc-9a87-d83fa89d6ca1" providerId="ADAL" clId="{34D5AA5C-54E7-4718-80F8-A52AC93CF80D}" dt="2026-09-02T10:57:38.108" v="700" actId="1036"/>
          <ac:spMkLst>
            <pc:docMk/>
            <pc:sldMk cId="2207087088" sldId="369"/>
            <ac:spMk id="15" creationId="{B57053FF-48EA-5720-94A4-834D5DD93CC6}"/>
          </ac:spMkLst>
        </pc:spChg>
        <pc:spChg chg="add mod">
          <ac:chgData name="Maria Wood" userId="aec43772-bcf5-46cc-9a87-d83fa89d6ca1" providerId="ADAL" clId="{34D5AA5C-54E7-4718-80F8-A52AC93CF80D}" dt="2026-09-02T10:57:38.108" v="700" actId="1036"/>
          <ac:spMkLst>
            <pc:docMk/>
            <pc:sldMk cId="2207087088" sldId="369"/>
            <ac:spMk id="17" creationId="{987A89FA-42A0-1474-3AAD-18FD12284E60}"/>
          </ac:spMkLst>
        </pc:spChg>
        <pc:spChg chg="add mod">
          <ac:chgData name="Maria Wood" userId="aec43772-bcf5-46cc-9a87-d83fa89d6ca1" providerId="ADAL" clId="{34D5AA5C-54E7-4718-80F8-A52AC93CF80D}" dt="2026-09-02T10:57:38.108" v="700" actId="1036"/>
          <ac:spMkLst>
            <pc:docMk/>
            <pc:sldMk cId="2207087088" sldId="369"/>
            <ac:spMk id="23" creationId="{1AD08244-4C15-2558-97A2-8E7BACB4627B}"/>
          </ac:spMkLst>
        </pc:spChg>
        <pc:spChg chg="add mod">
          <ac:chgData name="Maria Wood" userId="aec43772-bcf5-46cc-9a87-d83fa89d6ca1" providerId="ADAL" clId="{34D5AA5C-54E7-4718-80F8-A52AC93CF80D}" dt="2026-09-02T10:57:38.108" v="700" actId="1036"/>
          <ac:spMkLst>
            <pc:docMk/>
            <pc:sldMk cId="2207087088" sldId="369"/>
            <ac:spMk id="25" creationId="{87B9D4FC-53B7-8765-3882-4F3B5BADEE65}"/>
          </ac:spMkLst>
        </pc:spChg>
        <pc:spChg chg="add mod">
          <ac:chgData name="Maria Wood" userId="aec43772-bcf5-46cc-9a87-d83fa89d6ca1" providerId="ADAL" clId="{34D5AA5C-54E7-4718-80F8-A52AC93CF80D}" dt="2026-09-02T10:58:50.248" v="715" actId="1076"/>
          <ac:spMkLst>
            <pc:docMk/>
            <pc:sldMk cId="2207087088" sldId="369"/>
            <ac:spMk id="27" creationId="{B6840399-CFBA-64EB-2FD4-BDC7068E3A39}"/>
          </ac:spMkLst>
        </pc:spChg>
        <pc:spChg chg="add mod">
          <ac:chgData name="Maria Wood" userId="aec43772-bcf5-46cc-9a87-d83fa89d6ca1" providerId="ADAL" clId="{34D5AA5C-54E7-4718-80F8-A52AC93CF80D}" dt="2026-09-02T11:00:33.798" v="837" actId="12788"/>
          <ac:spMkLst>
            <pc:docMk/>
            <pc:sldMk cId="2207087088" sldId="369"/>
            <ac:spMk id="32" creationId="{BA628A8D-5EF2-BF8C-E0D6-BE09CB39B32A}"/>
          </ac:spMkLst>
        </pc:spChg>
        <pc:picChg chg="add mod">
          <ac:chgData name="Maria Wood" userId="aec43772-bcf5-46cc-9a87-d83fa89d6ca1" providerId="ADAL" clId="{34D5AA5C-54E7-4718-80F8-A52AC93CF80D}" dt="2026-09-02T10:57:38.108" v="700" actId="1036"/>
          <ac:picMkLst>
            <pc:docMk/>
            <pc:sldMk cId="2207087088" sldId="369"/>
            <ac:picMk id="10" creationId="{94E6B7BD-E28B-2171-4CAC-8081FDFC4985}"/>
          </ac:picMkLst>
        </pc:picChg>
        <pc:picChg chg="add mod">
          <ac:chgData name="Maria Wood" userId="aec43772-bcf5-46cc-9a87-d83fa89d6ca1" providerId="ADAL" clId="{34D5AA5C-54E7-4718-80F8-A52AC93CF80D}" dt="2026-09-02T10:57:38.108" v="700" actId="1036"/>
          <ac:picMkLst>
            <pc:docMk/>
            <pc:sldMk cId="2207087088" sldId="369"/>
            <ac:picMk id="12" creationId="{A7F75B8D-DFE3-7854-42C7-7A7A8758BC66}"/>
          </ac:picMkLst>
        </pc:picChg>
        <pc:picChg chg="add mod">
          <ac:chgData name="Maria Wood" userId="aec43772-bcf5-46cc-9a87-d83fa89d6ca1" providerId="ADAL" clId="{34D5AA5C-54E7-4718-80F8-A52AC93CF80D}" dt="2026-09-02T10:57:38.108" v="700" actId="1036"/>
          <ac:picMkLst>
            <pc:docMk/>
            <pc:sldMk cId="2207087088" sldId="369"/>
            <ac:picMk id="14" creationId="{ED3BC233-D8F0-D1DA-EDBE-28616E487C1E}"/>
          </ac:picMkLst>
        </pc:picChg>
        <pc:cxnChg chg="add mod">
          <ac:chgData name="Maria Wood" userId="aec43772-bcf5-46cc-9a87-d83fa89d6ca1" providerId="ADAL" clId="{34D5AA5C-54E7-4718-80F8-A52AC93CF80D}" dt="2026-09-02T10:58:56.016" v="716" actId="14100"/>
          <ac:cxnSpMkLst>
            <pc:docMk/>
            <pc:sldMk cId="2207087088" sldId="369"/>
            <ac:cxnSpMk id="19" creationId="{F7B0E6A8-5A7C-8D33-EF87-1DC75C2FB88D}"/>
          </ac:cxnSpMkLst>
        </pc:cxnChg>
        <pc:cxnChg chg="add mod">
          <ac:chgData name="Maria Wood" userId="aec43772-bcf5-46cc-9a87-d83fa89d6ca1" providerId="ADAL" clId="{34D5AA5C-54E7-4718-80F8-A52AC93CF80D}" dt="2026-09-02T10:59:04.140" v="720" actId="14100"/>
          <ac:cxnSpMkLst>
            <pc:docMk/>
            <pc:sldMk cId="2207087088" sldId="369"/>
            <ac:cxnSpMk id="29" creationId="{7E635E1A-EF63-537E-70C1-3D6D6A270C97}"/>
          </ac:cxnSpMkLst>
        </pc:cxnChg>
      </pc:sldChg>
      <pc:sldChg chg="addSp delSp modSp new mod ord modAnim">
        <pc:chgData name="Maria Wood" userId="aec43772-bcf5-46cc-9a87-d83fa89d6ca1" providerId="ADAL" clId="{34D5AA5C-54E7-4718-80F8-A52AC93CF80D}" dt="2026-09-02T18:11:28.400" v="4539" actId="1038"/>
        <pc:sldMkLst>
          <pc:docMk/>
          <pc:sldMk cId="789246098" sldId="370"/>
        </pc:sldMkLst>
        <pc:spChg chg="mod">
          <ac:chgData name="Maria Wood" userId="aec43772-bcf5-46cc-9a87-d83fa89d6ca1" providerId="ADAL" clId="{34D5AA5C-54E7-4718-80F8-A52AC93CF80D}" dt="2026-09-02T11:01:14.715" v="883" actId="20577"/>
          <ac:spMkLst>
            <pc:docMk/>
            <pc:sldMk cId="789246098" sldId="370"/>
            <ac:spMk id="2" creationId="{955F4EFD-274F-E4BC-192A-8F2063A26627}"/>
          </ac:spMkLst>
        </pc:spChg>
        <pc:spChg chg="add mod">
          <ac:chgData name="Maria Wood" userId="aec43772-bcf5-46cc-9a87-d83fa89d6ca1" providerId="ADAL" clId="{34D5AA5C-54E7-4718-80F8-A52AC93CF80D}" dt="2026-09-02T11:12:16.645" v="1177" actId="1076"/>
          <ac:spMkLst>
            <pc:docMk/>
            <pc:sldMk cId="789246098" sldId="370"/>
            <ac:spMk id="16" creationId="{665DEC20-2AA9-214D-93F5-157DA1913F15}"/>
          </ac:spMkLst>
        </pc:spChg>
        <pc:spChg chg="add mod">
          <ac:chgData name="Maria Wood" userId="aec43772-bcf5-46cc-9a87-d83fa89d6ca1" providerId="ADAL" clId="{34D5AA5C-54E7-4718-80F8-A52AC93CF80D}" dt="2026-09-02T11:12:16.645" v="1177" actId="1076"/>
          <ac:spMkLst>
            <pc:docMk/>
            <pc:sldMk cId="789246098" sldId="370"/>
            <ac:spMk id="18" creationId="{EE92E19E-1F94-F37A-B406-0ED35527C50E}"/>
          </ac:spMkLst>
        </pc:spChg>
        <pc:spChg chg="add mod">
          <ac:chgData name="Maria Wood" userId="aec43772-bcf5-46cc-9a87-d83fa89d6ca1" providerId="ADAL" clId="{34D5AA5C-54E7-4718-80F8-A52AC93CF80D}" dt="2026-09-02T11:12:16.645" v="1177" actId="1076"/>
          <ac:spMkLst>
            <pc:docMk/>
            <pc:sldMk cId="789246098" sldId="370"/>
            <ac:spMk id="19" creationId="{0710544A-2C21-52AE-1E07-ADF67B2CA5C6}"/>
          </ac:spMkLst>
        </pc:spChg>
        <pc:spChg chg="add mod">
          <ac:chgData name="Maria Wood" userId="aec43772-bcf5-46cc-9a87-d83fa89d6ca1" providerId="ADAL" clId="{34D5AA5C-54E7-4718-80F8-A52AC93CF80D}" dt="2026-09-02T11:12:16.645" v="1177" actId="1076"/>
          <ac:spMkLst>
            <pc:docMk/>
            <pc:sldMk cId="789246098" sldId="370"/>
            <ac:spMk id="21" creationId="{36C89DA2-BC7C-54CE-B92C-57893903410E}"/>
          </ac:spMkLst>
        </pc:spChg>
        <pc:spChg chg="add mod">
          <ac:chgData name="Maria Wood" userId="aec43772-bcf5-46cc-9a87-d83fa89d6ca1" providerId="ADAL" clId="{34D5AA5C-54E7-4718-80F8-A52AC93CF80D}" dt="2026-09-02T11:12:16.645" v="1177" actId="1076"/>
          <ac:spMkLst>
            <pc:docMk/>
            <pc:sldMk cId="789246098" sldId="370"/>
            <ac:spMk id="23" creationId="{F3C3F8B2-0779-BD94-B7F5-F8A3D88C87D5}"/>
          </ac:spMkLst>
        </pc:spChg>
        <pc:spChg chg="add mod">
          <ac:chgData name="Maria Wood" userId="aec43772-bcf5-46cc-9a87-d83fa89d6ca1" providerId="ADAL" clId="{34D5AA5C-54E7-4718-80F8-A52AC93CF80D}" dt="2026-09-02T11:15:40.017" v="1224" actId="208"/>
          <ac:spMkLst>
            <pc:docMk/>
            <pc:sldMk cId="789246098" sldId="370"/>
            <ac:spMk id="40" creationId="{94B49998-693A-DD64-F867-1314EF7BBE77}"/>
          </ac:spMkLst>
        </pc:spChg>
        <pc:spChg chg="add mod">
          <ac:chgData name="Maria Wood" userId="aec43772-bcf5-46cc-9a87-d83fa89d6ca1" providerId="ADAL" clId="{34D5AA5C-54E7-4718-80F8-A52AC93CF80D}" dt="2026-09-02T11:15:40.017" v="1224" actId="208"/>
          <ac:spMkLst>
            <pc:docMk/>
            <pc:sldMk cId="789246098" sldId="370"/>
            <ac:spMk id="41" creationId="{16947170-6B14-D3C4-92E0-8B08A3327F90}"/>
          </ac:spMkLst>
        </pc:spChg>
        <pc:spChg chg="add mod">
          <ac:chgData name="Maria Wood" userId="aec43772-bcf5-46cc-9a87-d83fa89d6ca1" providerId="ADAL" clId="{34D5AA5C-54E7-4718-80F8-A52AC93CF80D}" dt="2026-09-02T18:11:28.400" v="4539" actId="1038"/>
          <ac:spMkLst>
            <pc:docMk/>
            <pc:sldMk cId="789246098" sldId="370"/>
            <ac:spMk id="42" creationId="{76A14CCC-0371-EE8A-840D-743A60189583}"/>
          </ac:spMkLst>
        </pc:spChg>
        <pc:picChg chg="add mod">
          <ac:chgData name="Maria Wood" userId="aec43772-bcf5-46cc-9a87-d83fa89d6ca1" providerId="ADAL" clId="{34D5AA5C-54E7-4718-80F8-A52AC93CF80D}" dt="2026-09-02T11:12:18.803" v="1178" actId="1076"/>
          <ac:picMkLst>
            <pc:docMk/>
            <pc:sldMk cId="789246098" sldId="370"/>
            <ac:picMk id="5" creationId="{CD1B9A4B-B5E8-B3FD-4BC2-0582F1DC4752}"/>
          </ac:picMkLst>
        </pc:picChg>
        <pc:picChg chg="add mod">
          <ac:chgData name="Maria Wood" userId="aec43772-bcf5-46cc-9a87-d83fa89d6ca1" providerId="ADAL" clId="{34D5AA5C-54E7-4718-80F8-A52AC93CF80D}" dt="2026-09-02T11:12:16.645" v="1177" actId="1076"/>
          <ac:picMkLst>
            <pc:docMk/>
            <pc:sldMk cId="789246098" sldId="370"/>
            <ac:picMk id="9" creationId="{63934723-7256-ECD6-9C86-5887A2C9920C}"/>
          </ac:picMkLst>
        </pc:picChg>
        <pc:picChg chg="add mod">
          <ac:chgData name="Maria Wood" userId="aec43772-bcf5-46cc-9a87-d83fa89d6ca1" providerId="ADAL" clId="{34D5AA5C-54E7-4718-80F8-A52AC93CF80D}" dt="2026-09-02T11:12:16.645" v="1177" actId="1076"/>
          <ac:picMkLst>
            <pc:docMk/>
            <pc:sldMk cId="789246098" sldId="370"/>
            <ac:picMk id="15" creationId="{DAEAEF62-FA99-FF02-226A-61A1A1983FD4}"/>
          </ac:picMkLst>
        </pc:picChg>
        <pc:cxnChg chg="add mod ord">
          <ac:chgData name="Maria Wood" userId="aec43772-bcf5-46cc-9a87-d83fa89d6ca1" providerId="ADAL" clId="{34D5AA5C-54E7-4718-80F8-A52AC93CF80D}" dt="2026-09-02T18:11:24.366" v="4536" actId="170"/>
          <ac:cxnSpMkLst>
            <pc:docMk/>
            <pc:sldMk cId="789246098" sldId="370"/>
            <ac:cxnSpMk id="29" creationId="{6DBAFEB7-98D0-E6CA-B5AB-49D6635925A2}"/>
          </ac:cxnSpMkLst>
        </pc:cxnChg>
      </pc:sldChg>
      <pc:sldChg chg="addSp delSp modSp new mod">
        <pc:chgData name="Maria Wood" userId="aec43772-bcf5-46cc-9a87-d83fa89d6ca1" providerId="ADAL" clId="{34D5AA5C-54E7-4718-80F8-A52AC93CF80D}" dt="2026-09-02T15:08:28.290" v="1724" actId="1076"/>
        <pc:sldMkLst>
          <pc:docMk/>
          <pc:sldMk cId="2608916382" sldId="372"/>
        </pc:sldMkLst>
        <pc:spChg chg="mod">
          <ac:chgData name="Maria Wood" userId="aec43772-bcf5-46cc-9a87-d83fa89d6ca1" providerId="ADAL" clId="{34D5AA5C-54E7-4718-80F8-A52AC93CF80D}" dt="2026-09-02T11:19:12.263" v="1359" actId="14100"/>
          <ac:spMkLst>
            <pc:docMk/>
            <pc:sldMk cId="2608916382" sldId="372"/>
            <ac:spMk id="2" creationId="{12882F62-A855-A682-A91D-9E75E0A11624}"/>
          </ac:spMkLst>
        </pc:spChg>
        <pc:spChg chg="mod">
          <ac:chgData name="Maria Wood" userId="aec43772-bcf5-46cc-9a87-d83fa89d6ca1" providerId="ADAL" clId="{34D5AA5C-54E7-4718-80F8-A52AC93CF80D}" dt="2026-09-02T14:02:23.739" v="1713" actId="207"/>
          <ac:spMkLst>
            <pc:docMk/>
            <pc:sldMk cId="2608916382" sldId="372"/>
            <ac:spMk id="3" creationId="{86F70C87-D627-CB8D-04E8-1D56B5FC2683}"/>
          </ac:spMkLst>
        </pc:spChg>
        <pc:spChg chg="mod">
          <ac:chgData name="Maria Wood" userId="aec43772-bcf5-46cc-9a87-d83fa89d6ca1" providerId="ADAL" clId="{34D5AA5C-54E7-4718-80F8-A52AC93CF80D}" dt="2026-09-02T14:02:48.968" v="1716" actId="208"/>
          <ac:spMkLst>
            <pc:docMk/>
            <pc:sldMk cId="2608916382" sldId="372"/>
            <ac:spMk id="16" creationId="{A46D74BA-F1AA-7186-EF07-35C930D335D7}"/>
          </ac:spMkLst>
        </pc:spChg>
        <pc:spChg chg="mod">
          <ac:chgData name="Maria Wood" userId="aec43772-bcf5-46cc-9a87-d83fa89d6ca1" providerId="ADAL" clId="{34D5AA5C-54E7-4718-80F8-A52AC93CF80D}" dt="2026-09-02T15:08:13.733" v="1720" actId="2711"/>
          <ac:spMkLst>
            <pc:docMk/>
            <pc:sldMk cId="2608916382" sldId="372"/>
            <ac:spMk id="17" creationId="{D98CC713-AC5A-95C7-F23F-759AC80F8754}"/>
          </ac:spMkLst>
        </pc:spChg>
        <pc:spChg chg="mod">
          <ac:chgData name="Maria Wood" userId="aec43772-bcf5-46cc-9a87-d83fa89d6ca1" providerId="ADAL" clId="{34D5AA5C-54E7-4718-80F8-A52AC93CF80D}" dt="2026-09-02T15:08:13.733" v="1720" actId="2711"/>
          <ac:spMkLst>
            <pc:docMk/>
            <pc:sldMk cId="2608916382" sldId="372"/>
            <ac:spMk id="18" creationId="{26DEA777-ABDB-77F1-7648-B6B8EEFBBD85}"/>
          </ac:spMkLst>
        </pc:spChg>
        <pc:spChg chg="mod">
          <ac:chgData name="Maria Wood" userId="aec43772-bcf5-46cc-9a87-d83fa89d6ca1" providerId="ADAL" clId="{34D5AA5C-54E7-4718-80F8-A52AC93CF80D}" dt="2026-09-02T15:08:13.733" v="1720" actId="2711"/>
          <ac:spMkLst>
            <pc:docMk/>
            <pc:sldMk cId="2608916382" sldId="372"/>
            <ac:spMk id="21" creationId="{A3844772-03C4-8846-6F8A-4A0BC36973DC}"/>
          </ac:spMkLst>
        </pc:spChg>
        <pc:spChg chg="mod">
          <ac:chgData name="Maria Wood" userId="aec43772-bcf5-46cc-9a87-d83fa89d6ca1" providerId="ADAL" clId="{34D5AA5C-54E7-4718-80F8-A52AC93CF80D}" dt="2026-09-02T15:08:13.733" v="1720" actId="2711"/>
          <ac:spMkLst>
            <pc:docMk/>
            <pc:sldMk cId="2608916382" sldId="372"/>
            <ac:spMk id="22" creationId="{0334CFB1-4760-D09A-BE2E-3A4C15A98095}"/>
          </ac:spMkLst>
        </pc:spChg>
        <pc:spChg chg="mod">
          <ac:chgData name="Maria Wood" userId="aec43772-bcf5-46cc-9a87-d83fa89d6ca1" providerId="ADAL" clId="{34D5AA5C-54E7-4718-80F8-A52AC93CF80D}" dt="2026-09-02T15:08:13.733" v="1720" actId="2711"/>
          <ac:spMkLst>
            <pc:docMk/>
            <pc:sldMk cId="2608916382" sldId="372"/>
            <ac:spMk id="24" creationId="{C0E252AC-DC6A-A7E9-7E97-7313B7F2E0CD}"/>
          </ac:spMkLst>
        </pc:spChg>
        <pc:spChg chg="mod">
          <ac:chgData name="Maria Wood" userId="aec43772-bcf5-46cc-9a87-d83fa89d6ca1" providerId="ADAL" clId="{34D5AA5C-54E7-4718-80F8-A52AC93CF80D}" dt="2026-09-02T15:08:13.733" v="1720" actId="2711"/>
          <ac:spMkLst>
            <pc:docMk/>
            <pc:sldMk cId="2608916382" sldId="372"/>
            <ac:spMk id="25" creationId="{4D877794-9132-2978-1472-87869931ECAC}"/>
          </ac:spMkLst>
        </pc:spChg>
        <pc:spChg chg="mod">
          <ac:chgData name="Maria Wood" userId="aec43772-bcf5-46cc-9a87-d83fa89d6ca1" providerId="ADAL" clId="{34D5AA5C-54E7-4718-80F8-A52AC93CF80D}" dt="2026-09-02T15:08:13.733" v="1720" actId="2711"/>
          <ac:spMkLst>
            <pc:docMk/>
            <pc:sldMk cId="2608916382" sldId="372"/>
            <ac:spMk id="28" creationId="{FE82153E-C6EB-F117-120D-EC6824CD1B3C}"/>
          </ac:spMkLst>
        </pc:spChg>
        <pc:spChg chg="mod">
          <ac:chgData name="Maria Wood" userId="aec43772-bcf5-46cc-9a87-d83fa89d6ca1" providerId="ADAL" clId="{34D5AA5C-54E7-4718-80F8-A52AC93CF80D}" dt="2026-09-02T15:08:13.733" v="1720" actId="2711"/>
          <ac:spMkLst>
            <pc:docMk/>
            <pc:sldMk cId="2608916382" sldId="372"/>
            <ac:spMk id="30" creationId="{552ED2E0-517D-DEDC-9F98-6DC89D9E0185}"/>
          </ac:spMkLst>
        </pc:spChg>
        <pc:spChg chg="mod">
          <ac:chgData name="Maria Wood" userId="aec43772-bcf5-46cc-9a87-d83fa89d6ca1" providerId="ADAL" clId="{34D5AA5C-54E7-4718-80F8-A52AC93CF80D}" dt="2026-09-02T15:08:13.733" v="1720" actId="2711"/>
          <ac:spMkLst>
            <pc:docMk/>
            <pc:sldMk cId="2608916382" sldId="372"/>
            <ac:spMk id="32" creationId="{1B689C27-9A83-88AA-92F8-3AE3BDE22E63}"/>
          </ac:spMkLst>
        </pc:spChg>
        <pc:spChg chg="mod">
          <ac:chgData name="Maria Wood" userId="aec43772-bcf5-46cc-9a87-d83fa89d6ca1" providerId="ADAL" clId="{34D5AA5C-54E7-4718-80F8-A52AC93CF80D}" dt="2026-09-02T15:08:13.733" v="1720" actId="2711"/>
          <ac:spMkLst>
            <pc:docMk/>
            <pc:sldMk cId="2608916382" sldId="372"/>
            <ac:spMk id="35" creationId="{0C2DAE36-79E7-4AF2-2D8C-E9EF77326F0D}"/>
          </ac:spMkLst>
        </pc:spChg>
        <pc:spChg chg="mod">
          <ac:chgData name="Maria Wood" userId="aec43772-bcf5-46cc-9a87-d83fa89d6ca1" providerId="ADAL" clId="{34D5AA5C-54E7-4718-80F8-A52AC93CF80D}" dt="2026-09-02T14:02:31.749" v="1714" actId="207"/>
          <ac:spMkLst>
            <pc:docMk/>
            <pc:sldMk cId="2608916382" sldId="372"/>
            <ac:spMk id="37" creationId="{45649A27-9C6D-5B94-A62F-EC3F080D5DDB}"/>
          </ac:spMkLst>
        </pc:spChg>
        <pc:spChg chg="mod">
          <ac:chgData name="Maria Wood" userId="aec43772-bcf5-46cc-9a87-d83fa89d6ca1" providerId="ADAL" clId="{34D5AA5C-54E7-4718-80F8-A52AC93CF80D}" dt="2026-09-02T15:08:28.290" v="1724" actId="1076"/>
          <ac:spMkLst>
            <pc:docMk/>
            <pc:sldMk cId="2608916382" sldId="372"/>
            <ac:spMk id="39" creationId="{CCB823E9-BE96-9600-8808-A96B48C7D3AF}"/>
          </ac:spMkLst>
        </pc:spChg>
        <pc:spChg chg="mod">
          <ac:chgData name="Maria Wood" userId="aec43772-bcf5-46cc-9a87-d83fa89d6ca1" providerId="ADAL" clId="{34D5AA5C-54E7-4718-80F8-A52AC93CF80D}" dt="2026-09-02T15:08:22.094" v="1722" actId="1076"/>
          <ac:spMkLst>
            <pc:docMk/>
            <pc:sldMk cId="2608916382" sldId="372"/>
            <ac:spMk id="40" creationId="{DACF1DCB-91D6-A9AA-2D49-EFA735A2F9EA}"/>
          </ac:spMkLst>
        </pc:spChg>
        <pc:grpChg chg="mod">
          <ac:chgData name="Maria Wood" userId="aec43772-bcf5-46cc-9a87-d83fa89d6ca1" providerId="ADAL" clId="{34D5AA5C-54E7-4718-80F8-A52AC93CF80D}" dt="2026-09-02T14:01:47.794" v="1709" actId="1076"/>
          <ac:grpSpMkLst>
            <pc:docMk/>
            <pc:sldMk cId="2608916382" sldId="372"/>
            <ac:grpSpMk id="15" creationId="{112E4956-5725-047B-9F49-F7EB7C1ABA32}"/>
          </ac:grpSpMkLst>
        </pc:grpChg>
        <pc:cxnChg chg="mod">
          <ac:chgData name="Maria Wood" userId="aec43772-bcf5-46cc-9a87-d83fa89d6ca1" providerId="ADAL" clId="{34D5AA5C-54E7-4718-80F8-A52AC93CF80D}" dt="2026-09-02T14:02:48.968" v="1716" actId="208"/>
          <ac:cxnSpMkLst>
            <pc:docMk/>
            <pc:sldMk cId="2608916382" sldId="372"/>
            <ac:cxnSpMk id="19" creationId="{F896D72A-C996-A55F-7147-32FD692CB1DD}"/>
          </ac:cxnSpMkLst>
        </pc:cxnChg>
        <pc:cxnChg chg="mod">
          <ac:chgData name="Maria Wood" userId="aec43772-bcf5-46cc-9a87-d83fa89d6ca1" providerId="ADAL" clId="{34D5AA5C-54E7-4718-80F8-A52AC93CF80D}" dt="2026-09-02T14:02:48.968" v="1716" actId="208"/>
          <ac:cxnSpMkLst>
            <pc:docMk/>
            <pc:sldMk cId="2608916382" sldId="372"/>
            <ac:cxnSpMk id="20" creationId="{56BF1587-44A3-56FB-C3C1-EEACC77DD7F1}"/>
          </ac:cxnSpMkLst>
        </pc:cxnChg>
      </pc:sldChg>
      <pc:sldChg chg="addSp modSp add mod">
        <pc:chgData name="Maria Wood" userId="aec43772-bcf5-46cc-9a87-d83fa89d6ca1" providerId="ADAL" clId="{34D5AA5C-54E7-4718-80F8-A52AC93CF80D}" dt="2026-09-02T15:23:19.597" v="2189" actId="208"/>
        <pc:sldMkLst>
          <pc:docMk/>
          <pc:sldMk cId="4050447023" sldId="373"/>
        </pc:sldMkLst>
        <pc:spChg chg="mod">
          <ac:chgData name="Maria Wood" userId="aec43772-bcf5-46cc-9a87-d83fa89d6ca1" providerId="ADAL" clId="{34D5AA5C-54E7-4718-80F8-A52AC93CF80D}" dt="2026-09-02T15:09:17.551" v="1726" actId="207"/>
          <ac:spMkLst>
            <pc:docMk/>
            <pc:sldMk cId="4050447023" sldId="373"/>
            <ac:spMk id="3" creationId="{621CCB8C-D923-29DF-1425-D66451FE824C}"/>
          </ac:spMkLst>
        </pc:spChg>
        <pc:spChg chg="mod">
          <ac:chgData name="Maria Wood" userId="aec43772-bcf5-46cc-9a87-d83fa89d6ca1" providerId="ADAL" clId="{34D5AA5C-54E7-4718-80F8-A52AC93CF80D}" dt="2026-09-02T15:17:02.042" v="1845" actId="1076"/>
          <ac:spMkLst>
            <pc:docMk/>
            <pc:sldMk cId="4050447023" sldId="373"/>
            <ac:spMk id="12" creationId="{BB0145BC-2BAB-DAEA-7DA0-F220039A4CAE}"/>
          </ac:spMkLst>
        </pc:spChg>
        <pc:spChg chg="add mod">
          <ac:chgData name="Maria Wood" userId="aec43772-bcf5-46cc-9a87-d83fa89d6ca1" providerId="ADAL" clId="{34D5AA5C-54E7-4718-80F8-A52AC93CF80D}" dt="2026-09-02T15:17:08.603" v="1846" actId="1076"/>
          <ac:spMkLst>
            <pc:docMk/>
            <pc:sldMk cId="4050447023" sldId="373"/>
            <ac:spMk id="13" creationId="{3D9B062E-3C52-7C35-6124-F647F2792E4A}"/>
          </ac:spMkLst>
        </pc:spChg>
        <pc:spChg chg="mod">
          <ac:chgData name="Maria Wood" userId="aec43772-bcf5-46cc-9a87-d83fa89d6ca1" providerId="ADAL" clId="{34D5AA5C-54E7-4718-80F8-A52AC93CF80D}" dt="2026-09-02T15:17:02.042" v="1845" actId="1076"/>
          <ac:spMkLst>
            <pc:docMk/>
            <pc:sldMk cId="4050447023" sldId="373"/>
            <ac:spMk id="14" creationId="{997BC5FF-8655-AB64-69D6-416B5D5861DF}"/>
          </ac:spMkLst>
        </pc:spChg>
        <pc:spChg chg="add mod">
          <ac:chgData name="Maria Wood" userId="aec43772-bcf5-46cc-9a87-d83fa89d6ca1" providerId="ADAL" clId="{34D5AA5C-54E7-4718-80F8-A52AC93CF80D}" dt="2026-09-02T15:17:08.603" v="1846" actId="1076"/>
          <ac:spMkLst>
            <pc:docMk/>
            <pc:sldMk cId="4050447023" sldId="373"/>
            <ac:spMk id="16" creationId="{9E6C64AA-F887-0D4F-8C62-B9E5E4ED046B}"/>
          </ac:spMkLst>
        </pc:spChg>
        <pc:spChg chg="add mod">
          <ac:chgData name="Maria Wood" userId="aec43772-bcf5-46cc-9a87-d83fa89d6ca1" providerId="ADAL" clId="{34D5AA5C-54E7-4718-80F8-A52AC93CF80D}" dt="2026-09-02T15:17:12.457" v="1847" actId="1076"/>
          <ac:spMkLst>
            <pc:docMk/>
            <pc:sldMk cId="4050447023" sldId="373"/>
            <ac:spMk id="18" creationId="{AB4ED0D6-124B-5522-8984-7E94BA7E7CA0}"/>
          </ac:spMkLst>
        </pc:spChg>
        <pc:picChg chg="mod">
          <ac:chgData name="Maria Wood" userId="aec43772-bcf5-46cc-9a87-d83fa89d6ca1" providerId="ADAL" clId="{34D5AA5C-54E7-4718-80F8-A52AC93CF80D}" dt="2026-09-02T15:22:34.642" v="2184" actId="208"/>
          <ac:picMkLst>
            <pc:docMk/>
            <pc:sldMk cId="4050447023" sldId="373"/>
            <ac:picMk id="4" creationId="{407129DA-D270-D48B-289F-F4BEE856E32D}"/>
          </ac:picMkLst>
        </pc:picChg>
        <pc:picChg chg="mod">
          <ac:chgData name="Maria Wood" userId="aec43772-bcf5-46cc-9a87-d83fa89d6ca1" providerId="ADAL" clId="{34D5AA5C-54E7-4718-80F8-A52AC93CF80D}" dt="2026-09-02T15:17:02.042" v="1845" actId="1076"/>
          <ac:picMkLst>
            <pc:docMk/>
            <pc:sldMk cId="4050447023" sldId="373"/>
            <ac:picMk id="5" creationId="{FE2E4A01-60E9-67BD-B5A3-BE3F8C400248}"/>
          </ac:picMkLst>
        </pc:picChg>
        <pc:picChg chg="mod">
          <ac:chgData name="Maria Wood" userId="aec43772-bcf5-46cc-9a87-d83fa89d6ca1" providerId="ADAL" clId="{34D5AA5C-54E7-4718-80F8-A52AC93CF80D}" dt="2026-09-02T15:17:02.042" v="1845" actId="1076"/>
          <ac:picMkLst>
            <pc:docMk/>
            <pc:sldMk cId="4050447023" sldId="373"/>
            <ac:picMk id="6" creationId="{6E6021D1-1205-C361-7169-180AF244B748}"/>
          </ac:picMkLst>
        </pc:picChg>
        <pc:picChg chg="mod">
          <ac:chgData name="Maria Wood" userId="aec43772-bcf5-46cc-9a87-d83fa89d6ca1" providerId="ADAL" clId="{34D5AA5C-54E7-4718-80F8-A52AC93CF80D}" dt="2026-09-02T15:23:19.597" v="2189" actId="208"/>
          <ac:picMkLst>
            <pc:docMk/>
            <pc:sldMk cId="4050447023" sldId="373"/>
            <ac:picMk id="11" creationId="{9D11703A-948D-858A-3720-C0436085E474}"/>
          </ac:picMkLst>
        </pc:picChg>
        <pc:cxnChg chg="mod">
          <ac:chgData name="Maria Wood" userId="aec43772-bcf5-46cc-9a87-d83fa89d6ca1" providerId="ADAL" clId="{34D5AA5C-54E7-4718-80F8-A52AC93CF80D}" dt="2026-09-02T15:17:02.042" v="1845" actId="1076"/>
          <ac:cxnSpMkLst>
            <pc:docMk/>
            <pc:sldMk cId="4050447023" sldId="373"/>
            <ac:cxnSpMk id="7" creationId="{A6172CD0-7F74-78C0-82B1-40E25A5DD94B}"/>
          </ac:cxnSpMkLst>
        </pc:cxnChg>
        <pc:cxnChg chg="mod">
          <ac:chgData name="Maria Wood" userId="aec43772-bcf5-46cc-9a87-d83fa89d6ca1" providerId="ADAL" clId="{34D5AA5C-54E7-4718-80F8-A52AC93CF80D}" dt="2026-09-02T15:17:02.042" v="1845" actId="1076"/>
          <ac:cxnSpMkLst>
            <pc:docMk/>
            <pc:sldMk cId="4050447023" sldId="373"/>
            <ac:cxnSpMk id="8" creationId="{363FEF8F-BF12-6999-FA23-01582469E755}"/>
          </ac:cxnSpMkLst>
        </pc:cxnChg>
        <pc:cxnChg chg="mod">
          <ac:chgData name="Maria Wood" userId="aec43772-bcf5-46cc-9a87-d83fa89d6ca1" providerId="ADAL" clId="{34D5AA5C-54E7-4718-80F8-A52AC93CF80D}" dt="2026-09-02T15:17:02.042" v="1845" actId="1076"/>
          <ac:cxnSpMkLst>
            <pc:docMk/>
            <pc:sldMk cId="4050447023" sldId="373"/>
            <ac:cxnSpMk id="9" creationId="{9C7A9330-0BE0-524A-2883-590174F0EE8A}"/>
          </ac:cxnSpMkLst>
        </pc:cxnChg>
        <pc:cxnChg chg="mod">
          <ac:chgData name="Maria Wood" userId="aec43772-bcf5-46cc-9a87-d83fa89d6ca1" providerId="ADAL" clId="{34D5AA5C-54E7-4718-80F8-A52AC93CF80D}" dt="2026-09-02T15:17:02.042" v="1845" actId="1076"/>
          <ac:cxnSpMkLst>
            <pc:docMk/>
            <pc:sldMk cId="4050447023" sldId="373"/>
            <ac:cxnSpMk id="10" creationId="{4979982D-BE2A-3338-2D7A-EECAAF8F674A}"/>
          </ac:cxnSpMkLst>
        </pc:cxnChg>
      </pc:sldChg>
      <pc:sldChg chg="addSp delSp modSp add mod modClrScheme chgLayout">
        <pc:chgData name="Maria Wood" userId="aec43772-bcf5-46cc-9a87-d83fa89d6ca1" providerId="ADAL" clId="{34D5AA5C-54E7-4718-80F8-A52AC93CF80D}" dt="2026-09-02T17:53:54.275" v="3595" actId="700"/>
        <pc:sldMkLst>
          <pc:docMk/>
          <pc:sldMk cId="1192729336" sldId="374"/>
        </pc:sldMkLst>
        <pc:spChg chg="mod ord">
          <ac:chgData name="Maria Wood" userId="aec43772-bcf5-46cc-9a87-d83fa89d6ca1" providerId="ADAL" clId="{34D5AA5C-54E7-4718-80F8-A52AC93CF80D}" dt="2026-09-02T17:53:54.275" v="3595" actId="700"/>
          <ac:spMkLst>
            <pc:docMk/>
            <pc:sldMk cId="1192729336" sldId="374"/>
            <ac:spMk id="2" creationId="{C9EE092B-DAE6-6549-6448-392C88C63C1F}"/>
          </ac:spMkLst>
        </pc:spChg>
        <pc:spChg chg="mod ord">
          <ac:chgData name="Maria Wood" userId="aec43772-bcf5-46cc-9a87-d83fa89d6ca1" providerId="ADAL" clId="{34D5AA5C-54E7-4718-80F8-A52AC93CF80D}" dt="2026-09-02T17:53:54.275" v="3595" actId="700"/>
          <ac:spMkLst>
            <pc:docMk/>
            <pc:sldMk cId="1192729336" sldId="374"/>
            <ac:spMk id="3" creationId="{B5FC9EB9-6F1E-085F-931D-B57B10668304}"/>
          </ac:spMkLst>
        </pc:spChg>
        <pc:spChg chg="mod">
          <ac:chgData name="Maria Wood" userId="aec43772-bcf5-46cc-9a87-d83fa89d6ca1" providerId="ADAL" clId="{34D5AA5C-54E7-4718-80F8-A52AC93CF80D}" dt="2026-09-02T15:17:20.495" v="1853" actId="20577"/>
          <ac:spMkLst>
            <pc:docMk/>
            <pc:sldMk cId="1192729336" sldId="374"/>
            <ac:spMk id="16" creationId="{8DD2A11B-7BB3-746E-D8A9-F4FBBCFCCEFA}"/>
          </ac:spMkLst>
        </pc:spChg>
        <pc:spChg chg="mod">
          <ac:chgData name="Maria Wood" userId="aec43772-bcf5-46cc-9a87-d83fa89d6ca1" providerId="ADAL" clId="{34D5AA5C-54E7-4718-80F8-A52AC93CF80D}" dt="2026-09-02T15:17:26.928" v="1872" actId="20577"/>
          <ac:spMkLst>
            <pc:docMk/>
            <pc:sldMk cId="1192729336" sldId="374"/>
            <ac:spMk id="18" creationId="{678D2D76-FC18-71DA-38BE-92BC46DF4C58}"/>
          </ac:spMkLst>
        </pc:spChg>
        <pc:picChg chg="mod">
          <ac:chgData name="Maria Wood" userId="aec43772-bcf5-46cc-9a87-d83fa89d6ca1" providerId="ADAL" clId="{34D5AA5C-54E7-4718-80F8-A52AC93CF80D}" dt="2026-09-02T15:23:10.365" v="2186" actId="208"/>
          <ac:picMkLst>
            <pc:docMk/>
            <pc:sldMk cId="1192729336" sldId="374"/>
            <ac:picMk id="4" creationId="{2362D649-7243-462D-5216-126A96014824}"/>
          </ac:picMkLst>
        </pc:picChg>
        <pc:picChg chg="mod">
          <ac:chgData name="Maria Wood" userId="aec43772-bcf5-46cc-9a87-d83fa89d6ca1" providerId="ADAL" clId="{34D5AA5C-54E7-4718-80F8-A52AC93CF80D}" dt="2026-09-02T15:23:16.580" v="2188" actId="208"/>
          <ac:picMkLst>
            <pc:docMk/>
            <pc:sldMk cId="1192729336" sldId="374"/>
            <ac:picMk id="11" creationId="{15226AE7-8FDF-45DB-B20E-998FFA94110B}"/>
          </ac:picMkLst>
        </pc:picChg>
      </pc:sldChg>
      <pc:sldChg chg="addSp delSp modSp new mod ord">
        <pc:chgData name="Maria Wood" userId="aec43772-bcf5-46cc-9a87-d83fa89d6ca1" providerId="ADAL" clId="{34D5AA5C-54E7-4718-80F8-A52AC93CF80D}" dt="2026-09-04T12:06:08.038" v="7561"/>
        <pc:sldMkLst>
          <pc:docMk/>
          <pc:sldMk cId="4270264494" sldId="375"/>
        </pc:sldMkLst>
        <pc:spChg chg="mod">
          <ac:chgData name="Maria Wood" userId="aec43772-bcf5-46cc-9a87-d83fa89d6ca1" providerId="ADAL" clId="{34D5AA5C-54E7-4718-80F8-A52AC93CF80D}" dt="2026-09-02T15:17:48.622" v="1897" actId="20577"/>
          <ac:spMkLst>
            <pc:docMk/>
            <pc:sldMk cId="4270264494" sldId="375"/>
            <ac:spMk id="2" creationId="{D91700C5-3FF6-2448-9433-D6875AD5BF84}"/>
          </ac:spMkLst>
        </pc:spChg>
        <pc:spChg chg="add mod">
          <ac:chgData name="Maria Wood" userId="aec43772-bcf5-46cc-9a87-d83fa89d6ca1" providerId="ADAL" clId="{34D5AA5C-54E7-4718-80F8-A52AC93CF80D}" dt="2026-09-02T15:43:15.162" v="2956" actId="1076"/>
          <ac:spMkLst>
            <pc:docMk/>
            <pc:sldMk cId="4270264494" sldId="375"/>
            <ac:spMk id="5" creationId="{8C85E035-3215-4D85-9570-97C0AB91AB42}"/>
          </ac:spMkLst>
        </pc:spChg>
        <pc:graphicFrameChg chg="add mod modGraphic">
          <ac:chgData name="Maria Wood" userId="aec43772-bcf5-46cc-9a87-d83fa89d6ca1" providerId="ADAL" clId="{34D5AA5C-54E7-4718-80F8-A52AC93CF80D}" dt="2026-09-02T15:40:58.819" v="2700" actId="404"/>
          <ac:graphicFrameMkLst>
            <pc:docMk/>
            <pc:sldMk cId="4270264494" sldId="375"/>
            <ac:graphicFrameMk id="4" creationId="{011875F6-3618-5E32-E18E-0C9E0B37F04F}"/>
          </ac:graphicFrameMkLst>
        </pc:graphicFrameChg>
      </pc:sldChg>
      <pc:sldChg chg="addSp delSp modSp new mod">
        <pc:chgData name="Maria Wood" userId="aec43772-bcf5-46cc-9a87-d83fa89d6ca1" providerId="ADAL" clId="{34D5AA5C-54E7-4718-80F8-A52AC93CF80D}" dt="2026-09-03T17:51:04.927" v="7145" actId="113"/>
        <pc:sldMkLst>
          <pc:docMk/>
          <pc:sldMk cId="2333868580" sldId="376"/>
        </pc:sldMkLst>
        <pc:spChg chg="mod">
          <ac:chgData name="Maria Wood" userId="aec43772-bcf5-46cc-9a87-d83fa89d6ca1" providerId="ADAL" clId="{34D5AA5C-54E7-4718-80F8-A52AC93CF80D}" dt="2026-09-02T15:44:49.691" v="2990" actId="20577"/>
          <ac:spMkLst>
            <pc:docMk/>
            <pc:sldMk cId="2333868580" sldId="376"/>
            <ac:spMk id="2" creationId="{9F7FC6F8-CAA2-01BF-EB5A-4D1C3BBE3B4D}"/>
          </ac:spMkLst>
        </pc:spChg>
        <pc:spChg chg="mod">
          <ac:chgData name="Maria Wood" userId="aec43772-bcf5-46cc-9a87-d83fa89d6ca1" providerId="ADAL" clId="{34D5AA5C-54E7-4718-80F8-A52AC93CF80D}" dt="2026-09-02T15:55:53.303" v="3390" actId="113"/>
          <ac:spMkLst>
            <pc:docMk/>
            <pc:sldMk cId="2333868580" sldId="376"/>
            <ac:spMk id="3" creationId="{E9BAB248-E123-276A-0857-F425D4DE73EC}"/>
          </ac:spMkLst>
        </pc:spChg>
        <pc:spChg chg="add mod">
          <ac:chgData name="Maria Wood" userId="aec43772-bcf5-46cc-9a87-d83fa89d6ca1" providerId="ADAL" clId="{34D5AA5C-54E7-4718-80F8-A52AC93CF80D}" dt="2026-09-02T17:52:21.515" v="3589" actId="1076"/>
          <ac:spMkLst>
            <pc:docMk/>
            <pc:sldMk cId="2333868580" sldId="376"/>
            <ac:spMk id="4" creationId="{FDAF052E-197D-1B07-7753-8FC0A3B6D359}"/>
          </ac:spMkLst>
        </pc:spChg>
        <pc:spChg chg="add mod">
          <ac:chgData name="Maria Wood" userId="aec43772-bcf5-46cc-9a87-d83fa89d6ca1" providerId="ADAL" clId="{34D5AA5C-54E7-4718-80F8-A52AC93CF80D}" dt="2026-09-02T17:52:26.635" v="3590" actId="1076"/>
          <ac:spMkLst>
            <pc:docMk/>
            <pc:sldMk cId="2333868580" sldId="376"/>
            <ac:spMk id="5" creationId="{FBD5D7E3-16BD-1305-DF37-F0F0DA0E4397}"/>
          </ac:spMkLst>
        </pc:spChg>
        <pc:spChg chg="add mod">
          <ac:chgData name="Maria Wood" userId="aec43772-bcf5-46cc-9a87-d83fa89d6ca1" providerId="ADAL" clId="{34D5AA5C-54E7-4718-80F8-A52AC93CF80D}" dt="2026-09-03T17:51:04.927" v="7145" actId="113"/>
          <ac:spMkLst>
            <pc:docMk/>
            <pc:sldMk cId="2333868580" sldId="376"/>
            <ac:spMk id="7" creationId="{5AA15C2B-EC50-DF6B-99B0-4653E9CC8323}"/>
          </ac:spMkLst>
        </pc:spChg>
        <pc:spChg chg="add mod">
          <ac:chgData name="Maria Wood" userId="aec43772-bcf5-46cc-9a87-d83fa89d6ca1" providerId="ADAL" clId="{34D5AA5C-54E7-4718-80F8-A52AC93CF80D}" dt="2026-09-02T15:56:25.826" v="3441" actId="113"/>
          <ac:spMkLst>
            <pc:docMk/>
            <pc:sldMk cId="2333868580" sldId="376"/>
            <ac:spMk id="21" creationId="{1DE0014B-236B-842C-8298-1272E34EAFC6}"/>
          </ac:spMkLst>
        </pc:spChg>
        <pc:spChg chg="add mod">
          <ac:chgData name="Maria Wood" userId="aec43772-bcf5-46cc-9a87-d83fa89d6ca1" providerId="ADAL" clId="{34D5AA5C-54E7-4718-80F8-A52AC93CF80D}" dt="2026-09-02T18:04:22.907" v="4161" actId="20577"/>
          <ac:spMkLst>
            <pc:docMk/>
            <pc:sldMk cId="2333868580" sldId="376"/>
            <ac:spMk id="23" creationId="{EFA4155F-85E3-BC8F-9B93-CDD1BCFDBB11}"/>
          </ac:spMkLst>
        </pc:spChg>
        <pc:picChg chg="add mod">
          <ac:chgData name="Maria Wood" userId="aec43772-bcf5-46cc-9a87-d83fa89d6ca1" providerId="ADAL" clId="{34D5AA5C-54E7-4718-80F8-A52AC93CF80D}" dt="2026-09-02T15:55:42.036" v="3388" actId="1076"/>
          <ac:picMkLst>
            <pc:docMk/>
            <pc:sldMk cId="2333868580" sldId="376"/>
            <ac:picMk id="20" creationId="{85DD5DF6-D3B4-42BA-45FA-2A368E5C43B9}"/>
          </ac:picMkLst>
        </pc:picChg>
        <pc:cxnChg chg="add">
          <ac:chgData name="Maria Wood" userId="aec43772-bcf5-46cc-9a87-d83fa89d6ca1" providerId="ADAL" clId="{34D5AA5C-54E7-4718-80F8-A52AC93CF80D}" dt="2026-09-02T15:57:21.061" v="3511" actId="11529"/>
          <ac:cxnSpMkLst>
            <pc:docMk/>
            <pc:sldMk cId="2333868580" sldId="376"/>
            <ac:cxnSpMk id="25" creationId="{BC172ECE-CE45-CD0F-7A71-24A158171232}"/>
          </ac:cxnSpMkLst>
        </pc:cxnChg>
        <pc:cxnChg chg="add mod">
          <ac:chgData name="Maria Wood" userId="aec43772-bcf5-46cc-9a87-d83fa89d6ca1" providerId="ADAL" clId="{34D5AA5C-54E7-4718-80F8-A52AC93CF80D}" dt="2026-09-02T18:04:05.043" v="4126" actId="14100"/>
          <ac:cxnSpMkLst>
            <pc:docMk/>
            <pc:sldMk cId="2333868580" sldId="376"/>
            <ac:cxnSpMk id="29" creationId="{762923E0-AEFA-8962-8B3A-8D5B2D28B300}"/>
          </ac:cxnSpMkLst>
        </pc:cxnChg>
      </pc:sldChg>
      <pc:sldChg chg="addSp delSp modSp new mod modClrScheme chgLayout">
        <pc:chgData name="Maria Wood" userId="aec43772-bcf5-46cc-9a87-d83fa89d6ca1" providerId="ADAL" clId="{34D5AA5C-54E7-4718-80F8-A52AC93CF80D}" dt="2026-09-04T12:45:51.073" v="7623" actId="207"/>
        <pc:sldMkLst>
          <pc:docMk/>
          <pc:sldMk cId="4127830258" sldId="377"/>
        </pc:sldMkLst>
        <pc:spChg chg="add mod ord">
          <ac:chgData name="Maria Wood" userId="aec43772-bcf5-46cc-9a87-d83fa89d6ca1" providerId="ADAL" clId="{34D5AA5C-54E7-4718-80F8-A52AC93CF80D}" dt="2026-09-04T12:45:51.073" v="7623" actId="207"/>
          <ac:spMkLst>
            <pc:docMk/>
            <pc:sldMk cId="4127830258" sldId="377"/>
            <ac:spMk id="4" creationId="{C143AEFA-6725-F6B7-E151-8217E001CB28}"/>
          </ac:spMkLst>
        </pc:spChg>
        <pc:spChg chg="add mod ord">
          <ac:chgData name="Maria Wood" userId="aec43772-bcf5-46cc-9a87-d83fa89d6ca1" providerId="ADAL" clId="{34D5AA5C-54E7-4718-80F8-A52AC93CF80D}" dt="2026-09-02T17:54:56.170" v="3601" actId="14100"/>
          <ac:spMkLst>
            <pc:docMk/>
            <pc:sldMk cId="4127830258" sldId="377"/>
            <ac:spMk id="5" creationId="{17949029-1A16-0D5B-A72A-A623ED11AD70}"/>
          </ac:spMkLst>
        </pc:spChg>
        <pc:spChg chg="add mod ord">
          <ac:chgData name="Maria Wood" userId="aec43772-bcf5-46cc-9a87-d83fa89d6ca1" providerId="ADAL" clId="{34D5AA5C-54E7-4718-80F8-A52AC93CF80D}" dt="2026-09-03T17:10:07.918" v="6804" actId="20577"/>
          <ac:spMkLst>
            <pc:docMk/>
            <pc:sldMk cId="4127830258" sldId="377"/>
            <ac:spMk id="6" creationId="{EDC4CD28-D351-3CCB-F6C3-D54E7BCEBA7B}"/>
          </ac:spMkLst>
        </pc:spChg>
        <pc:picChg chg="add mod">
          <ac:chgData name="Maria Wood" userId="aec43772-bcf5-46cc-9a87-d83fa89d6ca1" providerId="ADAL" clId="{34D5AA5C-54E7-4718-80F8-A52AC93CF80D}" dt="2026-09-02T17:57:50.995" v="3765" actId="1076"/>
          <ac:picMkLst>
            <pc:docMk/>
            <pc:sldMk cId="4127830258" sldId="377"/>
            <ac:picMk id="9" creationId="{FC120CAE-443F-8B7B-6B43-40C5B3A7B87B}"/>
          </ac:picMkLst>
        </pc:picChg>
        <pc:picChg chg="add mod">
          <ac:chgData name="Maria Wood" userId="aec43772-bcf5-46cc-9a87-d83fa89d6ca1" providerId="ADAL" clId="{34D5AA5C-54E7-4718-80F8-A52AC93CF80D}" dt="2026-09-02T17:57:54.434" v="3766" actId="1076"/>
          <ac:picMkLst>
            <pc:docMk/>
            <pc:sldMk cId="4127830258" sldId="377"/>
            <ac:picMk id="11" creationId="{11D24E44-07C1-1BE0-BAAD-2B6572E76176}"/>
          </ac:picMkLst>
        </pc:picChg>
      </pc:sldChg>
      <pc:sldChg chg="addSp delSp modSp new mod modClrScheme modAnim chgLayout">
        <pc:chgData name="Maria Wood" userId="aec43772-bcf5-46cc-9a87-d83fa89d6ca1" providerId="ADAL" clId="{34D5AA5C-54E7-4718-80F8-A52AC93CF80D}" dt="2026-09-08T09:31:05.645" v="7937" actId="1582"/>
        <pc:sldMkLst>
          <pc:docMk/>
          <pc:sldMk cId="1924386279" sldId="378"/>
        </pc:sldMkLst>
        <pc:spChg chg="add mod ord">
          <ac:chgData name="Maria Wood" userId="aec43772-bcf5-46cc-9a87-d83fa89d6ca1" providerId="ADAL" clId="{34D5AA5C-54E7-4718-80F8-A52AC93CF80D}" dt="2026-09-04T12:51:14.869" v="7707" actId="13926"/>
          <ac:spMkLst>
            <pc:docMk/>
            <pc:sldMk cId="1924386279" sldId="378"/>
            <ac:spMk id="6" creationId="{B8C0221F-4168-9BE7-45B0-943695B83003}"/>
          </ac:spMkLst>
        </pc:spChg>
        <pc:spChg chg="add mod">
          <ac:chgData name="Maria Wood" userId="aec43772-bcf5-46cc-9a87-d83fa89d6ca1" providerId="ADAL" clId="{34D5AA5C-54E7-4718-80F8-A52AC93CF80D}" dt="2026-09-04T12:50:43.631" v="7702" actId="20577"/>
          <ac:spMkLst>
            <pc:docMk/>
            <pc:sldMk cId="1924386279" sldId="378"/>
            <ac:spMk id="9" creationId="{218B3824-A341-EE61-2980-2ED96CE5463E}"/>
          </ac:spMkLst>
        </pc:spChg>
        <pc:picChg chg="add mod">
          <ac:chgData name="Maria Wood" userId="aec43772-bcf5-46cc-9a87-d83fa89d6ca1" providerId="ADAL" clId="{34D5AA5C-54E7-4718-80F8-A52AC93CF80D}" dt="2026-09-04T12:50:07.535" v="7695" actId="1076"/>
          <ac:picMkLst>
            <pc:docMk/>
            <pc:sldMk cId="1924386279" sldId="378"/>
            <ac:picMk id="14" creationId="{A278D327-585D-27F5-0AD0-D1DD5ECED202}"/>
          </ac:picMkLst>
        </pc:picChg>
        <pc:picChg chg="add del mod">
          <ac:chgData name="Maria Wood" userId="aec43772-bcf5-46cc-9a87-d83fa89d6ca1" providerId="ADAL" clId="{34D5AA5C-54E7-4718-80F8-A52AC93CF80D}" dt="2026-09-08T09:30:44.917" v="7932" actId="478"/>
          <ac:picMkLst>
            <pc:docMk/>
            <pc:sldMk cId="1924386279" sldId="378"/>
            <ac:picMk id="18" creationId="{F38FD8E7-C6A2-0D77-95EF-7919466D06E0}"/>
          </ac:picMkLst>
        </pc:picChg>
        <pc:picChg chg="add mod">
          <ac:chgData name="Maria Wood" userId="aec43772-bcf5-46cc-9a87-d83fa89d6ca1" providerId="ADAL" clId="{34D5AA5C-54E7-4718-80F8-A52AC93CF80D}" dt="2026-09-08T09:30:52.242" v="7934" actId="14100"/>
          <ac:picMkLst>
            <pc:docMk/>
            <pc:sldMk cId="1924386279" sldId="378"/>
            <ac:picMk id="20" creationId="{54D258A7-FB4E-50D9-87DD-8418906EF285}"/>
          </ac:picMkLst>
        </pc:picChg>
        <pc:cxnChg chg="add mod">
          <ac:chgData name="Maria Wood" userId="aec43772-bcf5-46cc-9a87-d83fa89d6ca1" providerId="ADAL" clId="{34D5AA5C-54E7-4718-80F8-A52AC93CF80D}" dt="2026-09-08T09:31:05.645" v="7937" actId="1582"/>
          <ac:cxnSpMkLst>
            <pc:docMk/>
            <pc:sldMk cId="1924386279" sldId="378"/>
            <ac:cxnSpMk id="22" creationId="{3B29B320-4D42-5E56-A008-C06BF54A751E}"/>
          </ac:cxnSpMkLst>
        </pc:cxnChg>
      </pc:sldChg>
      <pc:sldChg chg="addSp delSp modSp add mod">
        <pc:chgData name="Maria Wood" userId="aec43772-bcf5-46cc-9a87-d83fa89d6ca1" providerId="ADAL" clId="{34D5AA5C-54E7-4718-80F8-A52AC93CF80D}" dt="2026-09-04T13:49:05.132" v="7775" actId="20577"/>
        <pc:sldMkLst>
          <pc:docMk/>
          <pc:sldMk cId="3720613230" sldId="379"/>
        </pc:sldMkLst>
        <pc:spChg chg="mod">
          <ac:chgData name="Maria Wood" userId="aec43772-bcf5-46cc-9a87-d83fa89d6ca1" providerId="ADAL" clId="{34D5AA5C-54E7-4718-80F8-A52AC93CF80D}" dt="2026-09-04T13:40:13.740" v="7716" actId="13926"/>
          <ac:spMkLst>
            <pc:docMk/>
            <pc:sldMk cId="3720613230" sldId="379"/>
            <ac:spMk id="6" creationId="{AF62593D-76C0-1E18-9C55-092534364B93}"/>
          </ac:spMkLst>
        </pc:spChg>
        <pc:spChg chg="add mod">
          <ac:chgData name="Maria Wood" userId="aec43772-bcf5-46cc-9a87-d83fa89d6ca1" providerId="ADAL" clId="{34D5AA5C-54E7-4718-80F8-A52AC93CF80D}" dt="2026-09-04T13:48:02.975" v="7745" actId="113"/>
          <ac:spMkLst>
            <pc:docMk/>
            <pc:sldMk cId="3720613230" sldId="379"/>
            <ac:spMk id="17" creationId="{EF5772A9-0ACD-F0FA-C6DD-C09C1AD50812}"/>
          </ac:spMkLst>
        </pc:spChg>
        <pc:spChg chg="add mod">
          <ac:chgData name="Maria Wood" userId="aec43772-bcf5-46cc-9a87-d83fa89d6ca1" providerId="ADAL" clId="{34D5AA5C-54E7-4718-80F8-A52AC93CF80D}" dt="2026-09-04T13:48:16.864" v="7747" actId="1076"/>
          <ac:spMkLst>
            <pc:docMk/>
            <pc:sldMk cId="3720613230" sldId="379"/>
            <ac:spMk id="19" creationId="{0D981B6F-8FCD-73FF-FB86-3AE004E1EB13}"/>
          </ac:spMkLst>
        </pc:spChg>
        <pc:spChg chg="add mod">
          <ac:chgData name="Maria Wood" userId="aec43772-bcf5-46cc-9a87-d83fa89d6ca1" providerId="ADAL" clId="{34D5AA5C-54E7-4718-80F8-A52AC93CF80D}" dt="2026-09-04T13:48:32.478" v="7756" actId="20577"/>
          <ac:spMkLst>
            <pc:docMk/>
            <pc:sldMk cId="3720613230" sldId="379"/>
            <ac:spMk id="24" creationId="{D8805E34-8D90-B4A7-ED10-CD5764B14E79}"/>
          </ac:spMkLst>
        </pc:spChg>
        <pc:spChg chg="add mod">
          <ac:chgData name="Maria Wood" userId="aec43772-bcf5-46cc-9a87-d83fa89d6ca1" providerId="ADAL" clId="{34D5AA5C-54E7-4718-80F8-A52AC93CF80D}" dt="2026-09-04T13:49:05.132" v="7775" actId="20577"/>
          <ac:spMkLst>
            <pc:docMk/>
            <pc:sldMk cId="3720613230" sldId="379"/>
            <ac:spMk id="26" creationId="{789389BD-2D9B-7993-F8E6-6AEB67811D89}"/>
          </ac:spMkLst>
        </pc:spChg>
        <pc:picChg chg="add mod modCrop">
          <ac:chgData name="Maria Wood" userId="aec43772-bcf5-46cc-9a87-d83fa89d6ca1" providerId="ADAL" clId="{34D5AA5C-54E7-4718-80F8-A52AC93CF80D}" dt="2026-09-04T13:47:37.807" v="7734" actId="14100"/>
          <ac:picMkLst>
            <pc:docMk/>
            <pc:sldMk cId="3720613230" sldId="379"/>
            <ac:picMk id="16" creationId="{D223942F-8CF7-7CE4-1F1B-28BA290A16FB}"/>
          </ac:picMkLst>
        </pc:picChg>
        <pc:cxnChg chg="add mod">
          <ac:chgData name="Maria Wood" userId="aec43772-bcf5-46cc-9a87-d83fa89d6ca1" providerId="ADAL" clId="{34D5AA5C-54E7-4718-80F8-A52AC93CF80D}" dt="2026-09-04T13:48:16.864" v="7747" actId="1076"/>
          <ac:cxnSpMkLst>
            <pc:docMk/>
            <pc:sldMk cId="3720613230" sldId="379"/>
            <ac:cxnSpMk id="21" creationId="{F153F43E-5FA6-A65A-266E-9EEA48319D49}"/>
          </ac:cxnSpMkLst>
        </pc:cxnChg>
      </pc:sldChg>
      <pc:sldChg chg="addSp delSp modSp new mod">
        <pc:chgData name="Maria Wood" userId="aec43772-bcf5-46cc-9a87-d83fa89d6ca1" providerId="ADAL" clId="{34D5AA5C-54E7-4718-80F8-A52AC93CF80D}" dt="2026-09-06T15:32:21.414" v="7871" actId="20577"/>
        <pc:sldMkLst>
          <pc:docMk/>
          <pc:sldMk cId="1870979541" sldId="380"/>
        </pc:sldMkLst>
        <pc:spChg chg="mod">
          <ac:chgData name="Maria Wood" userId="aec43772-bcf5-46cc-9a87-d83fa89d6ca1" providerId="ADAL" clId="{34D5AA5C-54E7-4718-80F8-A52AC93CF80D}" dt="2026-09-02T18:12:49.331" v="4643" actId="14100"/>
          <ac:spMkLst>
            <pc:docMk/>
            <pc:sldMk cId="1870979541" sldId="380"/>
            <ac:spMk id="2" creationId="{F41DEE77-BE15-C83A-0541-53A847C54791}"/>
          </ac:spMkLst>
        </pc:spChg>
        <pc:spChg chg="add mod">
          <ac:chgData name="Maria Wood" userId="aec43772-bcf5-46cc-9a87-d83fa89d6ca1" providerId="ADAL" clId="{34D5AA5C-54E7-4718-80F8-A52AC93CF80D}" dt="2026-09-06T15:32:21.414" v="7871" actId="20577"/>
          <ac:spMkLst>
            <pc:docMk/>
            <pc:sldMk cId="1870979541" sldId="380"/>
            <ac:spMk id="11" creationId="{BF380813-1AC0-A45F-BA59-322C9047AE61}"/>
          </ac:spMkLst>
        </pc:spChg>
        <pc:spChg chg="add mod">
          <ac:chgData name="Maria Wood" userId="aec43772-bcf5-46cc-9a87-d83fa89d6ca1" providerId="ADAL" clId="{34D5AA5C-54E7-4718-80F8-A52AC93CF80D}" dt="2026-09-03T17:13:56.429" v="6813" actId="20577"/>
          <ac:spMkLst>
            <pc:docMk/>
            <pc:sldMk cId="1870979541" sldId="380"/>
            <ac:spMk id="13" creationId="{28D92C9C-FEBA-3719-BADA-4BFA13AC6C40}"/>
          </ac:spMkLst>
        </pc:spChg>
        <pc:picChg chg="add mod">
          <ac:chgData name="Maria Wood" userId="aec43772-bcf5-46cc-9a87-d83fa89d6ca1" providerId="ADAL" clId="{34D5AA5C-54E7-4718-80F8-A52AC93CF80D}" dt="2026-09-03T14:12:14.031" v="6551" actId="1076"/>
          <ac:picMkLst>
            <pc:docMk/>
            <pc:sldMk cId="1870979541" sldId="380"/>
            <ac:picMk id="15" creationId="{382B7527-062B-1181-BA3D-6C9DF5C1CDAC}"/>
          </ac:picMkLst>
        </pc:picChg>
      </pc:sldChg>
      <pc:sldChg chg="addSp delSp modSp add mod ord">
        <pc:chgData name="Maria Wood" userId="aec43772-bcf5-46cc-9a87-d83fa89d6ca1" providerId="ADAL" clId="{34D5AA5C-54E7-4718-80F8-A52AC93CF80D}" dt="2026-09-06T15:32:14.921" v="7868" actId="21"/>
        <pc:sldMkLst>
          <pc:docMk/>
          <pc:sldMk cId="4213373125" sldId="381"/>
        </pc:sldMkLst>
        <pc:spChg chg="add mod">
          <ac:chgData name="Maria Wood" userId="aec43772-bcf5-46cc-9a87-d83fa89d6ca1" providerId="ADAL" clId="{34D5AA5C-54E7-4718-80F8-A52AC93CF80D}" dt="2026-09-03T16:52:13.723" v="6717" actId="1076"/>
          <ac:spMkLst>
            <pc:docMk/>
            <pc:sldMk cId="4213373125" sldId="381"/>
            <ac:spMk id="10" creationId="{E16F0B82-4682-2507-CD7B-D1FE5FEB3343}"/>
          </ac:spMkLst>
        </pc:spChg>
        <pc:spChg chg="add mod">
          <ac:chgData name="Maria Wood" userId="aec43772-bcf5-46cc-9a87-d83fa89d6ca1" providerId="ADAL" clId="{34D5AA5C-54E7-4718-80F8-A52AC93CF80D}" dt="2026-09-03T16:52:04.235" v="6713" actId="1076"/>
          <ac:spMkLst>
            <pc:docMk/>
            <pc:sldMk cId="4213373125" sldId="381"/>
            <ac:spMk id="14" creationId="{7B768A5D-77CC-414A-6E72-383B225B29C4}"/>
          </ac:spMkLst>
        </pc:spChg>
        <pc:spChg chg="add mod">
          <ac:chgData name="Maria Wood" userId="aec43772-bcf5-46cc-9a87-d83fa89d6ca1" providerId="ADAL" clId="{34D5AA5C-54E7-4718-80F8-A52AC93CF80D}" dt="2026-09-06T15:32:14.921" v="7868" actId="21"/>
          <ac:spMkLst>
            <pc:docMk/>
            <pc:sldMk cId="4213373125" sldId="381"/>
            <ac:spMk id="18" creationId="{BFBCE75A-9D0D-7574-D799-5A613DE680C3}"/>
          </ac:spMkLst>
        </pc:spChg>
        <pc:picChg chg="add mod">
          <ac:chgData name="Maria Wood" userId="aec43772-bcf5-46cc-9a87-d83fa89d6ca1" providerId="ADAL" clId="{34D5AA5C-54E7-4718-80F8-A52AC93CF80D}" dt="2026-09-03T14:11:25.609" v="6543" actId="1076"/>
          <ac:picMkLst>
            <pc:docMk/>
            <pc:sldMk cId="4213373125" sldId="381"/>
            <ac:picMk id="20" creationId="{6E0288BD-1491-5735-F8DE-9A4E77D76354}"/>
          </ac:picMkLst>
        </pc:picChg>
        <pc:picChg chg="add mod">
          <ac:chgData name="Maria Wood" userId="aec43772-bcf5-46cc-9a87-d83fa89d6ca1" providerId="ADAL" clId="{34D5AA5C-54E7-4718-80F8-A52AC93CF80D}" dt="2026-09-03T16:52:10.139" v="6716" actId="1076"/>
          <ac:picMkLst>
            <pc:docMk/>
            <pc:sldMk cId="4213373125" sldId="381"/>
            <ac:picMk id="22" creationId="{A65D6A8D-14A5-DE03-96F6-CABD8D2355B0}"/>
          </ac:picMkLst>
        </pc:picChg>
        <pc:picChg chg="add mod">
          <ac:chgData name="Maria Wood" userId="aec43772-bcf5-46cc-9a87-d83fa89d6ca1" providerId="ADAL" clId="{34D5AA5C-54E7-4718-80F8-A52AC93CF80D}" dt="2026-09-03T16:52:15.547" v="6718" actId="1076"/>
          <ac:picMkLst>
            <pc:docMk/>
            <pc:sldMk cId="4213373125" sldId="381"/>
            <ac:picMk id="24" creationId="{BC0C28FB-47BD-CC61-6F74-88105DBEC5AE}"/>
          </ac:picMkLst>
        </pc:picChg>
      </pc:sldChg>
      <pc:sldChg chg="addSp modSp new mod">
        <pc:chgData name="Maria Wood" userId="aec43772-bcf5-46cc-9a87-d83fa89d6ca1" providerId="ADAL" clId="{34D5AA5C-54E7-4718-80F8-A52AC93CF80D}" dt="2026-09-03T17:11:04.033" v="6808" actId="20577"/>
        <pc:sldMkLst>
          <pc:docMk/>
          <pc:sldMk cId="3914408212" sldId="382"/>
        </pc:sldMkLst>
        <pc:spChg chg="mod">
          <ac:chgData name="Maria Wood" userId="aec43772-bcf5-46cc-9a87-d83fa89d6ca1" providerId="ADAL" clId="{34D5AA5C-54E7-4718-80F8-A52AC93CF80D}" dt="2026-09-03T09:45:12.033" v="4917" actId="14100"/>
          <ac:spMkLst>
            <pc:docMk/>
            <pc:sldMk cId="3914408212" sldId="382"/>
            <ac:spMk id="2" creationId="{272C8676-922B-5E12-D841-A3B8EB7F8166}"/>
          </ac:spMkLst>
        </pc:spChg>
        <pc:spChg chg="mod">
          <ac:chgData name="Maria Wood" userId="aec43772-bcf5-46cc-9a87-d83fa89d6ca1" providerId="ADAL" clId="{34D5AA5C-54E7-4718-80F8-A52AC93CF80D}" dt="2026-09-03T17:11:04.033" v="6808" actId="20577"/>
          <ac:spMkLst>
            <pc:docMk/>
            <pc:sldMk cId="3914408212" sldId="382"/>
            <ac:spMk id="3" creationId="{2BFC4FF3-C9CD-77C1-A5B2-BA6F6A034958}"/>
          </ac:spMkLst>
        </pc:spChg>
        <pc:spChg chg="add mod">
          <ac:chgData name="Maria Wood" userId="aec43772-bcf5-46cc-9a87-d83fa89d6ca1" providerId="ADAL" clId="{34D5AA5C-54E7-4718-80F8-A52AC93CF80D}" dt="2026-09-03T10:02:45.380" v="5470" actId="1076"/>
          <ac:spMkLst>
            <pc:docMk/>
            <pc:sldMk cId="3914408212" sldId="382"/>
            <ac:spMk id="5" creationId="{9124450F-80A2-B370-E771-75A880E734AB}"/>
          </ac:spMkLst>
        </pc:spChg>
        <pc:spChg chg="add mod">
          <ac:chgData name="Maria Wood" userId="aec43772-bcf5-46cc-9a87-d83fa89d6ca1" providerId="ADAL" clId="{34D5AA5C-54E7-4718-80F8-A52AC93CF80D}" dt="2026-09-03T10:06:31.773" v="5800" actId="14100"/>
          <ac:spMkLst>
            <pc:docMk/>
            <pc:sldMk cId="3914408212" sldId="382"/>
            <ac:spMk id="6" creationId="{AE295F36-7825-5B0C-8066-7CA20E4BDB04}"/>
          </ac:spMkLst>
        </pc:spChg>
      </pc:sldChg>
      <pc:sldChg chg="addSp delSp modSp new mod">
        <pc:chgData name="Maria Wood" userId="aec43772-bcf5-46cc-9a87-d83fa89d6ca1" providerId="ADAL" clId="{34D5AA5C-54E7-4718-80F8-A52AC93CF80D}" dt="2026-09-03T16:40:28.361" v="6669" actId="14100"/>
        <pc:sldMkLst>
          <pc:docMk/>
          <pc:sldMk cId="1651930166" sldId="383"/>
        </pc:sldMkLst>
        <pc:spChg chg="mod">
          <ac:chgData name="Maria Wood" userId="aec43772-bcf5-46cc-9a87-d83fa89d6ca1" providerId="ADAL" clId="{34D5AA5C-54E7-4718-80F8-A52AC93CF80D}" dt="2026-09-03T10:05:51.059" v="5751" actId="14100"/>
          <ac:spMkLst>
            <pc:docMk/>
            <pc:sldMk cId="1651930166" sldId="383"/>
            <ac:spMk id="2" creationId="{84BBB2CF-165F-ED25-1F5A-D0941FD9ECB9}"/>
          </ac:spMkLst>
        </pc:spChg>
        <pc:spChg chg="add mod">
          <ac:chgData name="Maria Wood" userId="aec43772-bcf5-46cc-9a87-d83fa89d6ca1" providerId="ADAL" clId="{34D5AA5C-54E7-4718-80F8-A52AC93CF80D}" dt="2026-09-03T16:40:26.648" v="6668" actId="1076"/>
          <ac:spMkLst>
            <pc:docMk/>
            <pc:sldMk cId="1651930166" sldId="383"/>
            <ac:spMk id="10" creationId="{26E6FA18-2972-1E68-51BA-1321E6923A0E}"/>
          </ac:spMkLst>
        </pc:spChg>
        <pc:picChg chg="add mod">
          <ac:chgData name="Maria Wood" userId="aec43772-bcf5-46cc-9a87-d83fa89d6ca1" providerId="ADAL" clId="{34D5AA5C-54E7-4718-80F8-A52AC93CF80D}" dt="2026-09-03T16:40:28.361" v="6669" actId="14100"/>
          <ac:picMkLst>
            <pc:docMk/>
            <pc:sldMk cId="1651930166" sldId="383"/>
            <ac:picMk id="7" creationId="{3D194FE1-3CAD-61AC-C94E-E9CBB51A79D5}"/>
          </ac:picMkLst>
        </pc:picChg>
        <pc:picChg chg="add mod">
          <ac:chgData name="Maria Wood" userId="aec43772-bcf5-46cc-9a87-d83fa89d6ca1" providerId="ADAL" clId="{34D5AA5C-54E7-4718-80F8-A52AC93CF80D}" dt="2026-09-03T16:39:34.610" v="6580" actId="1076"/>
          <ac:picMkLst>
            <pc:docMk/>
            <pc:sldMk cId="1651930166" sldId="383"/>
            <ac:picMk id="9" creationId="{A368E6FA-C5E0-BC34-4613-2EC2BE24F024}"/>
          </ac:picMkLst>
        </pc:picChg>
      </pc:sldChg>
      <pc:sldChg chg="addSp delSp modSp add mod modClrScheme chgLayout">
        <pc:chgData name="Maria Wood" userId="aec43772-bcf5-46cc-9a87-d83fa89d6ca1" providerId="ADAL" clId="{34D5AA5C-54E7-4718-80F8-A52AC93CF80D}" dt="2026-09-03T15:56:26.005" v="6571" actId="20577"/>
        <pc:sldMkLst>
          <pc:docMk/>
          <pc:sldMk cId="2800718323" sldId="384"/>
        </pc:sldMkLst>
        <pc:spChg chg="add del mod ord">
          <ac:chgData name="Maria Wood" userId="aec43772-bcf5-46cc-9a87-d83fa89d6ca1" providerId="ADAL" clId="{34D5AA5C-54E7-4718-80F8-A52AC93CF80D}" dt="2026-09-03T11:45:42.680" v="6200" actId="14100"/>
          <ac:spMkLst>
            <pc:docMk/>
            <pc:sldMk cId="2800718323" sldId="384"/>
            <ac:spMk id="13" creationId="{459E2CE2-A5F4-445D-E421-96A7E187E82F}"/>
          </ac:spMkLst>
        </pc:spChg>
        <pc:spChg chg="add mod ord">
          <ac:chgData name="Maria Wood" userId="aec43772-bcf5-46cc-9a87-d83fa89d6ca1" providerId="ADAL" clId="{34D5AA5C-54E7-4718-80F8-A52AC93CF80D}" dt="2026-09-03T15:56:18.443" v="6569" actId="20577"/>
          <ac:spMkLst>
            <pc:docMk/>
            <pc:sldMk cId="2800718323" sldId="384"/>
            <ac:spMk id="29" creationId="{C0AB298D-F402-2CC0-E836-B6D4421DB46C}"/>
          </ac:spMkLst>
        </pc:spChg>
        <pc:spChg chg="add mod ord">
          <ac:chgData name="Maria Wood" userId="aec43772-bcf5-46cc-9a87-d83fa89d6ca1" providerId="ADAL" clId="{34D5AA5C-54E7-4718-80F8-A52AC93CF80D}" dt="2026-09-03T15:56:26.005" v="6571" actId="20577"/>
          <ac:spMkLst>
            <pc:docMk/>
            <pc:sldMk cId="2800718323" sldId="384"/>
            <ac:spMk id="30" creationId="{C7528E6D-02D6-B612-8F8C-2C3EC5313104}"/>
          </ac:spMkLst>
        </pc:spChg>
        <pc:picChg chg="add mod">
          <ac:chgData name="Maria Wood" userId="aec43772-bcf5-46cc-9a87-d83fa89d6ca1" providerId="ADAL" clId="{34D5AA5C-54E7-4718-80F8-A52AC93CF80D}" dt="2026-09-03T15:54:57.466" v="6558" actId="1076"/>
          <ac:picMkLst>
            <pc:docMk/>
            <pc:sldMk cId="2800718323" sldId="384"/>
            <ac:picMk id="34" creationId="{10750EB0-A233-B956-8A2D-0FA6154D7559}"/>
          </ac:picMkLst>
        </pc:picChg>
        <pc:picChg chg="add mod">
          <ac:chgData name="Maria Wood" userId="aec43772-bcf5-46cc-9a87-d83fa89d6ca1" providerId="ADAL" clId="{34D5AA5C-54E7-4718-80F8-A52AC93CF80D}" dt="2026-09-03T15:55:53.290" v="6565" actId="1076"/>
          <ac:picMkLst>
            <pc:docMk/>
            <pc:sldMk cId="2800718323" sldId="384"/>
            <ac:picMk id="36" creationId="{E0132865-2913-43CA-9FCA-5E1FACBB705A}"/>
          </ac:picMkLst>
        </pc:picChg>
      </pc:sldChg>
      <pc:sldChg chg="addSp delSp modSp add mod ord modShow">
        <pc:chgData name="Maria Wood" userId="aec43772-bcf5-46cc-9a87-d83fa89d6ca1" providerId="ADAL" clId="{34D5AA5C-54E7-4718-80F8-A52AC93CF80D}" dt="2026-09-06T15:26:34.217" v="7790"/>
        <pc:sldMkLst>
          <pc:docMk/>
          <pc:sldMk cId="2656596671" sldId="385"/>
        </pc:sldMkLst>
        <pc:spChg chg="mod">
          <ac:chgData name="Maria Wood" userId="aec43772-bcf5-46cc-9a87-d83fa89d6ca1" providerId="ADAL" clId="{34D5AA5C-54E7-4718-80F8-A52AC93CF80D}" dt="2026-09-03T23:01:07.400" v="7456" actId="404"/>
          <ac:spMkLst>
            <pc:docMk/>
            <pc:sldMk cId="2656596671" sldId="385"/>
            <ac:spMk id="2" creationId="{4D7DA086-A746-7129-E60B-137B93BE935A}"/>
          </ac:spMkLst>
        </pc:spChg>
        <pc:spChg chg="mod">
          <ac:chgData name="Maria Wood" userId="aec43772-bcf5-46cc-9a87-d83fa89d6ca1" providerId="ADAL" clId="{34D5AA5C-54E7-4718-80F8-A52AC93CF80D}" dt="2026-09-03T23:04:50.201" v="7468" actId="1076"/>
          <ac:spMkLst>
            <pc:docMk/>
            <pc:sldMk cId="2656596671" sldId="385"/>
            <ac:spMk id="10" creationId="{F4303E51-E10D-308C-3ED3-72682D5F9A87}"/>
          </ac:spMkLst>
        </pc:spChg>
        <pc:spChg chg="mod">
          <ac:chgData name="Maria Wood" userId="aec43772-bcf5-46cc-9a87-d83fa89d6ca1" providerId="ADAL" clId="{34D5AA5C-54E7-4718-80F8-A52AC93CF80D}" dt="2026-09-03T23:05:32.272" v="7475" actId="20577"/>
          <ac:spMkLst>
            <pc:docMk/>
            <pc:sldMk cId="2656596671" sldId="385"/>
            <ac:spMk id="14" creationId="{AAFB8200-CE2C-583A-1F42-533C49307B3C}"/>
          </ac:spMkLst>
        </pc:spChg>
        <pc:picChg chg="add mod">
          <ac:chgData name="Maria Wood" userId="aec43772-bcf5-46cc-9a87-d83fa89d6ca1" providerId="ADAL" clId="{34D5AA5C-54E7-4718-80F8-A52AC93CF80D}" dt="2026-09-03T23:01:34.430" v="7462" actId="14100"/>
          <ac:picMkLst>
            <pc:docMk/>
            <pc:sldMk cId="2656596671" sldId="385"/>
            <ac:picMk id="4" creationId="{B3247CAB-8C66-C8B2-A694-CBAD3FC5B18B}"/>
          </ac:picMkLst>
        </pc:picChg>
        <pc:picChg chg="add mod">
          <ac:chgData name="Maria Wood" userId="aec43772-bcf5-46cc-9a87-d83fa89d6ca1" providerId="ADAL" clId="{34D5AA5C-54E7-4718-80F8-A52AC93CF80D}" dt="2026-09-03T23:04:52.424" v="7469" actId="14100"/>
          <ac:picMkLst>
            <pc:docMk/>
            <pc:sldMk cId="2656596671" sldId="385"/>
            <ac:picMk id="6" creationId="{EDF5D1DD-C362-0381-67F9-7B15DB970DC1}"/>
          </ac:picMkLst>
        </pc:picChg>
        <pc:picChg chg="add mod">
          <ac:chgData name="Maria Wood" userId="aec43772-bcf5-46cc-9a87-d83fa89d6ca1" providerId="ADAL" clId="{34D5AA5C-54E7-4718-80F8-A52AC93CF80D}" dt="2026-09-03T23:05:29.991" v="7474" actId="14100"/>
          <ac:picMkLst>
            <pc:docMk/>
            <pc:sldMk cId="2656596671" sldId="385"/>
            <ac:picMk id="8" creationId="{67179EEA-0C9E-DEB0-D54E-1C2A275078FB}"/>
          </ac:picMkLst>
        </pc:picChg>
      </pc:sldChg>
      <pc:sldChg chg="addSp delSp modSp add mod modShow">
        <pc:chgData name="Maria Wood" userId="aec43772-bcf5-46cc-9a87-d83fa89d6ca1" providerId="ADAL" clId="{34D5AA5C-54E7-4718-80F8-A52AC93CF80D}" dt="2026-09-03T23:12:56.654" v="7559" actId="1076"/>
        <pc:sldMkLst>
          <pc:docMk/>
          <pc:sldMk cId="3827167443" sldId="387"/>
        </pc:sldMkLst>
        <pc:spChg chg="mod">
          <ac:chgData name="Maria Wood" userId="aec43772-bcf5-46cc-9a87-d83fa89d6ca1" providerId="ADAL" clId="{34D5AA5C-54E7-4718-80F8-A52AC93CF80D}" dt="2026-09-03T23:08:30.081" v="7548" actId="404"/>
          <ac:spMkLst>
            <pc:docMk/>
            <pc:sldMk cId="3827167443" sldId="387"/>
            <ac:spMk id="2" creationId="{98E317CD-32CF-BDAF-3F05-FFC2817C4A50}"/>
          </ac:spMkLst>
        </pc:spChg>
        <pc:picChg chg="add mod">
          <ac:chgData name="Maria Wood" userId="aec43772-bcf5-46cc-9a87-d83fa89d6ca1" providerId="ADAL" clId="{34D5AA5C-54E7-4718-80F8-A52AC93CF80D}" dt="2026-09-03T23:11:10.014" v="7555" actId="14100"/>
          <ac:picMkLst>
            <pc:docMk/>
            <pc:sldMk cId="3827167443" sldId="387"/>
            <ac:picMk id="4" creationId="{4C51F0BD-8AC4-C843-0D66-4983F1594F26}"/>
          </ac:picMkLst>
        </pc:picChg>
        <pc:picChg chg="add mod">
          <ac:chgData name="Maria Wood" userId="aec43772-bcf5-46cc-9a87-d83fa89d6ca1" providerId="ADAL" clId="{34D5AA5C-54E7-4718-80F8-A52AC93CF80D}" dt="2026-09-03T23:12:56.654" v="7559" actId="1076"/>
          <ac:picMkLst>
            <pc:docMk/>
            <pc:sldMk cId="3827167443" sldId="387"/>
            <ac:picMk id="6" creationId="{D7E1681F-7AD4-001E-87A8-32C84D415F9F}"/>
          </ac:picMkLst>
        </pc:picChg>
      </pc:sldChg>
      <pc:sldChg chg="addSp delSp modSp add mod ord modClrScheme chgLayout">
        <pc:chgData name="Maria Wood" userId="aec43772-bcf5-46cc-9a87-d83fa89d6ca1" providerId="ADAL" clId="{34D5AA5C-54E7-4718-80F8-A52AC93CF80D}" dt="2026-09-04T12:51:09.880" v="7705" actId="13926"/>
        <pc:sldMkLst>
          <pc:docMk/>
          <pc:sldMk cId="326275791" sldId="388"/>
        </pc:sldMkLst>
        <pc:spChg chg="add mod ord">
          <ac:chgData name="Maria Wood" userId="aec43772-bcf5-46cc-9a87-d83fa89d6ca1" providerId="ADAL" clId="{34D5AA5C-54E7-4718-80F8-A52AC93CF80D}" dt="2026-09-04T12:47:59.134" v="7644" actId="14100"/>
          <ac:spMkLst>
            <pc:docMk/>
            <pc:sldMk cId="326275791" sldId="388"/>
            <ac:spMk id="2" creationId="{1D1DD927-885A-BE0D-D017-6BE99E3D554E}"/>
          </ac:spMkLst>
        </pc:spChg>
        <pc:spChg chg="add mod ord">
          <ac:chgData name="Maria Wood" userId="aec43772-bcf5-46cc-9a87-d83fa89d6ca1" providerId="ADAL" clId="{34D5AA5C-54E7-4718-80F8-A52AC93CF80D}" dt="2026-09-04T12:47:23.222" v="7636" actId="700"/>
          <ac:spMkLst>
            <pc:docMk/>
            <pc:sldMk cId="326275791" sldId="388"/>
            <ac:spMk id="3" creationId="{6BD9FD7B-22EE-988A-BB25-3DA851D6F21B}"/>
          </ac:spMkLst>
        </pc:spChg>
        <pc:spChg chg="mod ord">
          <ac:chgData name="Maria Wood" userId="aec43772-bcf5-46cc-9a87-d83fa89d6ca1" providerId="ADAL" clId="{34D5AA5C-54E7-4718-80F8-A52AC93CF80D}" dt="2026-09-04T12:51:09.880" v="7705" actId="13926"/>
          <ac:spMkLst>
            <pc:docMk/>
            <pc:sldMk cId="326275791" sldId="388"/>
            <ac:spMk id="6" creationId="{7241ED41-5CAF-F3BE-26E7-8030236E3414}"/>
          </ac:spMkLst>
        </pc:spChg>
        <pc:picChg chg="mod">
          <ac:chgData name="Maria Wood" userId="aec43772-bcf5-46cc-9a87-d83fa89d6ca1" providerId="ADAL" clId="{34D5AA5C-54E7-4718-80F8-A52AC93CF80D}" dt="2026-09-04T12:48:02.005" v="7646" actId="1076"/>
          <ac:picMkLst>
            <pc:docMk/>
            <pc:sldMk cId="326275791" sldId="388"/>
            <ac:picMk id="5" creationId="{F455AA93-8715-04D5-A118-A5DBFF67E5DD}"/>
          </ac:picMkLst>
        </pc:picChg>
      </pc:sldChg>
      <pc:sldChg chg="add mod modShow">
        <pc:chgData name="Maria Wood" userId="aec43772-bcf5-46cc-9a87-d83fa89d6ca1" providerId="ADAL" clId="{34D5AA5C-54E7-4718-80F8-A52AC93CF80D}" dt="2026-09-08T09:30:42.869" v="7931" actId="729"/>
        <pc:sldMkLst>
          <pc:docMk/>
          <pc:sldMk cId="1750794000" sldId="389"/>
        </pc:sldMkLst>
      </pc:sldChg>
      <pc:sldMasterChg chg="delSldLayout">
        <pc:chgData name="Maria Wood" userId="aec43772-bcf5-46cc-9a87-d83fa89d6ca1" providerId="ADAL" clId="{34D5AA5C-54E7-4718-80F8-A52AC93CF80D}" dt="2026-09-06T21:00:44.434" v="7925" actId="47"/>
        <pc:sldMasterMkLst>
          <pc:docMk/>
          <pc:sldMasterMk cId="1808367669" sldId="2147483672"/>
        </pc:sldMasterMkLst>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243498-FE2F-4383-8834-297AF68525B0}"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GB"/>
        </a:p>
      </dgm:t>
    </dgm:pt>
    <dgm:pt modelId="{7E298212-1C91-4376-91A1-49C3D95879D1}">
      <dgm:prSet phldrT="[Text]" phldr="0"/>
      <dgm:spPr/>
      <dgm:t>
        <a:bodyPr/>
        <a:lstStyle/>
        <a:p>
          <a:r>
            <a:rPr lang="en-US" dirty="0"/>
            <a:t>Time</a:t>
          </a:r>
          <a:endParaRPr lang="en-GB" dirty="0"/>
        </a:p>
      </dgm:t>
    </dgm:pt>
    <dgm:pt modelId="{F7E7923A-CC7C-4A91-B70B-347D0F8CB966}" type="parTrans" cxnId="{B371F662-0C11-42E5-811A-6F629B96197E}">
      <dgm:prSet/>
      <dgm:spPr/>
      <dgm:t>
        <a:bodyPr/>
        <a:lstStyle/>
        <a:p>
          <a:endParaRPr lang="en-GB"/>
        </a:p>
      </dgm:t>
    </dgm:pt>
    <dgm:pt modelId="{62CA40E9-A669-4E07-AA7F-006A0DDA2834}" type="sibTrans" cxnId="{B371F662-0C11-42E5-811A-6F629B96197E}">
      <dgm:prSet/>
      <dgm:spPr/>
      <dgm:t>
        <a:bodyPr/>
        <a:lstStyle/>
        <a:p>
          <a:endParaRPr lang="en-GB"/>
        </a:p>
      </dgm:t>
    </dgm:pt>
    <dgm:pt modelId="{2E4B6851-0668-447C-8B10-67ACEE9BE400}">
      <dgm:prSet phldrT="[Text]" phldr="0"/>
      <dgm:spPr/>
      <dgm:t>
        <a:bodyPr/>
        <a:lstStyle/>
        <a:p>
          <a:r>
            <a:rPr lang="en-US" dirty="0"/>
            <a:t>Route</a:t>
          </a:r>
          <a:endParaRPr lang="en-GB" dirty="0"/>
        </a:p>
      </dgm:t>
    </dgm:pt>
    <dgm:pt modelId="{C245534D-3BD8-476D-949E-690B83D45DBA}" type="parTrans" cxnId="{38FF2976-A2D8-42EE-AD32-2F50BBBDBC1A}">
      <dgm:prSet/>
      <dgm:spPr/>
      <dgm:t>
        <a:bodyPr/>
        <a:lstStyle/>
        <a:p>
          <a:endParaRPr lang="en-GB"/>
        </a:p>
      </dgm:t>
    </dgm:pt>
    <dgm:pt modelId="{93F0740C-9961-42F3-956C-EBD9AE54B2CC}" type="sibTrans" cxnId="{38FF2976-A2D8-42EE-AD32-2F50BBBDBC1A}">
      <dgm:prSet/>
      <dgm:spPr/>
      <dgm:t>
        <a:bodyPr/>
        <a:lstStyle/>
        <a:p>
          <a:endParaRPr lang="en-GB"/>
        </a:p>
      </dgm:t>
    </dgm:pt>
    <dgm:pt modelId="{0E2F47A9-CB67-4BC1-9E8C-03BA55025772}">
      <dgm:prSet phldrT="[Text]" phldr="0"/>
      <dgm:spPr>
        <a:solidFill>
          <a:schemeClr val="accent1">
            <a:lumMod val="60000"/>
            <a:lumOff val="40000"/>
          </a:schemeClr>
        </a:solidFill>
      </dgm:spPr>
      <dgm:t>
        <a:bodyPr/>
        <a:lstStyle/>
        <a:p>
          <a:r>
            <a:rPr lang="en-US" dirty="0"/>
            <a:t>Mode</a:t>
          </a:r>
          <a:endParaRPr lang="en-GB" dirty="0"/>
        </a:p>
      </dgm:t>
    </dgm:pt>
    <dgm:pt modelId="{65D7D527-1E03-45E0-B18C-8C9CA518A261}" type="parTrans" cxnId="{406E4251-8FA9-40B8-AE22-44D2C91C5129}">
      <dgm:prSet/>
      <dgm:spPr/>
      <dgm:t>
        <a:bodyPr/>
        <a:lstStyle/>
        <a:p>
          <a:endParaRPr lang="en-GB"/>
        </a:p>
      </dgm:t>
    </dgm:pt>
    <dgm:pt modelId="{2C61B289-630C-45D5-91F0-2FC5CA226BC0}" type="sibTrans" cxnId="{406E4251-8FA9-40B8-AE22-44D2C91C5129}">
      <dgm:prSet/>
      <dgm:spPr/>
      <dgm:t>
        <a:bodyPr/>
        <a:lstStyle/>
        <a:p>
          <a:endParaRPr lang="en-GB"/>
        </a:p>
      </dgm:t>
    </dgm:pt>
    <dgm:pt modelId="{36474661-AAAB-4435-AD8E-B81732E8312F}">
      <dgm:prSet phldrT="[Text]" phldr="0"/>
      <dgm:spPr/>
      <dgm:t>
        <a:bodyPr/>
        <a:lstStyle/>
        <a:p>
          <a:r>
            <a:rPr lang="en-US" dirty="0"/>
            <a:t>Destination</a:t>
          </a:r>
          <a:endParaRPr lang="en-GB" dirty="0"/>
        </a:p>
      </dgm:t>
    </dgm:pt>
    <dgm:pt modelId="{559693F6-46E8-48EB-AE72-CAC0D9339950}" type="parTrans" cxnId="{3B270A2E-1F38-4734-BF40-9671ED5B3D10}">
      <dgm:prSet/>
      <dgm:spPr/>
      <dgm:t>
        <a:bodyPr/>
        <a:lstStyle/>
        <a:p>
          <a:endParaRPr lang="en-GB"/>
        </a:p>
      </dgm:t>
    </dgm:pt>
    <dgm:pt modelId="{93CC7E79-FC97-4535-A927-2BAF4B64E3DF}" type="sibTrans" cxnId="{3B270A2E-1F38-4734-BF40-9671ED5B3D10}">
      <dgm:prSet/>
      <dgm:spPr/>
      <dgm:t>
        <a:bodyPr/>
        <a:lstStyle/>
        <a:p>
          <a:endParaRPr lang="en-GB"/>
        </a:p>
      </dgm:t>
    </dgm:pt>
    <dgm:pt modelId="{917FE18D-09ED-4CC5-B7C5-098EF41768AE}" type="pres">
      <dgm:prSet presAssocID="{CF243498-FE2F-4383-8834-297AF68525B0}" presName="diagram" presStyleCnt="0">
        <dgm:presLayoutVars>
          <dgm:dir/>
          <dgm:resizeHandles val="exact"/>
        </dgm:presLayoutVars>
      </dgm:prSet>
      <dgm:spPr/>
    </dgm:pt>
    <dgm:pt modelId="{A0A2DF3E-105A-48C0-88C0-FF0A836605B1}" type="pres">
      <dgm:prSet presAssocID="{0E2F47A9-CB67-4BC1-9E8C-03BA55025772}" presName="node" presStyleLbl="node1" presStyleIdx="0" presStyleCnt="4">
        <dgm:presLayoutVars>
          <dgm:bulletEnabled val="1"/>
        </dgm:presLayoutVars>
      </dgm:prSet>
      <dgm:spPr/>
    </dgm:pt>
    <dgm:pt modelId="{675F29E9-68FF-49F8-90E7-822C5273278B}" type="pres">
      <dgm:prSet presAssocID="{2C61B289-630C-45D5-91F0-2FC5CA226BC0}" presName="sibTrans" presStyleCnt="0"/>
      <dgm:spPr/>
    </dgm:pt>
    <dgm:pt modelId="{C543941B-D0B6-4DB5-86AA-0662BA85E1F1}" type="pres">
      <dgm:prSet presAssocID="{7E298212-1C91-4376-91A1-49C3D95879D1}" presName="node" presStyleLbl="node1" presStyleIdx="1" presStyleCnt="4">
        <dgm:presLayoutVars>
          <dgm:bulletEnabled val="1"/>
        </dgm:presLayoutVars>
      </dgm:prSet>
      <dgm:spPr/>
    </dgm:pt>
    <dgm:pt modelId="{91A0DFCA-478E-4A46-BE29-4CEB76095C31}" type="pres">
      <dgm:prSet presAssocID="{62CA40E9-A669-4E07-AA7F-006A0DDA2834}" presName="sibTrans" presStyleCnt="0"/>
      <dgm:spPr/>
    </dgm:pt>
    <dgm:pt modelId="{1B4F3A9A-C37C-4A12-9A9F-52EA661B95F3}" type="pres">
      <dgm:prSet presAssocID="{2E4B6851-0668-447C-8B10-67ACEE9BE400}" presName="node" presStyleLbl="node1" presStyleIdx="2" presStyleCnt="4">
        <dgm:presLayoutVars>
          <dgm:bulletEnabled val="1"/>
        </dgm:presLayoutVars>
      </dgm:prSet>
      <dgm:spPr/>
    </dgm:pt>
    <dgm:pt modelId="{A776C291-04B7-488A-AF70-61EE09BCB358}" type="pres">
      <dgm:prSet presAssocID="{93F0740C-9961-42F3-956C-EBD9AE54B2CC}" presName="sibTrans" presStyleCnt="0"/>
      <dgm:spPr/>
    </dgm:pt>
    <dgm:pt modelId="{A62CBEEF-B2C8-42ED-876C-AB2953435174}" type="pres">
      <dgm:prSet presAssocID="{36474661-AAAB-4435-AD8E-B81732E8312F}" presName="node" presStyleLbl="node1" presStyleIdx="3" presStyleCnt="4">
        <dgm:presLayoutVars>
          <dgm:bulletEnabled val="1"/>
        </dgm:presLayoutVars>
      </dgm:prSet>
      <dgm:spPr/>
    </dgm:pt>
  </dgm:ptLst>
  <dgm:cxnLst>
    <dgm:cxn modelId="{F99D7207-7A0F-45FE-AEC3-18E98E82DEB1}" type="presOf" srcId="{0E2F47A9-CB67-4BC1-9E8C-03BA55025772}" destId="{A0A2DF3E-105A-48C0-88C0-FF0A836605B1}" srcOrd="0" destOrd="0" presId="urn:microsoft.com/office/officeart/2005/8/layout/default"/>
    <dgm:cxn modelId="{85B6051E-FE14-479C-8E00-7FABA08D70AA}" type="presOf" srcId="{2E4B6851-0668-447C-8B10-67ACEE9BE400}" destId="{1B4F3A9A-C37C-4A12-9A9F-52EA661B95F3}" srcOrd="0" destOrd="0" presId="urn:microsoft.com/office/officeart/2005/8/layout/default"/>
    <dgm:cxn modelId="{3B270A2E-1F38-4734-BF40-9671ED5B3D10}" srcId="{CF243498-FE2F-4383-8834-297AF68525B0}" destId="{36474661-AAAB-4435-AD8E-B81732E8312F}" srcOrd="3" destOrd="0" parTransId="{559693F6-46E8-48EB-AE72-CAC0D9339950}" sibTransId="{93CC7E79-FC97-4535-A927-2BAF4B64E3DF}"/>
    <dgm:cxn modelId="{B371F662-0C11-42E5-811A-6F629B96197E}" srcId="{CF243498-FE2F-4383-8834-297AF68525B0}" destId="{7E298212-1C91-4376-91A1-49C3D95879D1}" srcOrd="1" destOrd="0" parTransId="{F7E7923A-CC7C-4A91-B70B-347D0F8CB966}" sibTransId="{62CA40E9-A669-4E07-AA7F-006A0DDA2834}"/>
    <dgm:cxn modelId="{406E4251-8FA9-40B8-AE22-44D2C91C5129}" srcId="{CF243498-FE2F-4383-8834-297AF68525B0}" destId="{0E2F47A9-CB67-4BC1-9E8C-03BA55025772}" srcOrd="0" destOrd="0" parTransId="{65D7D527-1E03-45E0-B18C-8C9CA518A261}" sibTransId="{2C61B289-630C-45D5-91F0-2FC5CA226BC0}"/>
    <dgm:cxn modelId="{38FF2976-A2D8-42EE-AD32-2F50BBBDBC1A}" srcId="{CF243498-FE2F-4383-8834-297AF68525B0}" destId="{2E4B6851-0668-447C-8B10-67ACEE9BE400}" srcOrd="2" destOrd="0" parTransId="{C245534D-3BD8-476D-949E-690B83D45DBA}" sibTransId="{93F0740C-9961-42F3-956C-EBD9AE54B2CC}"/>
    <dgm:cxn modelId="{8B494389-CDE7-469A-A54E-58D9FE20FB81}" type="presOf" srcId="{CF243498-FE2F-4383-8834-297AF68525B0}" destId="{917FE18D-09ED-4CC5-B7C5-098EF41768AE}" srcOrd="0" destOrd="0" presId="urn:microsoft.com/office/officeart/2005/8/layout/default"/>
    <dgm:cxn modelId="{00B581C8-222C-4C5F-B99D-3859D26EE76B}" type="presOf" srcId="{7E298212-1C91-4376-91A1-49C3D95879D1}" destId="{C543941B-D0B6-4DB5-86AA-0662BA85E1F1}" srcOrd="0" destOrd="0" presId="urn:microsoft.com/office/officeart/2005/8/layout/default"/>
    <dgm:cxn modelId="{F6E5B4D0-9526-4F0F-819E-79DA5E715FE9}" type="presOf" srcId="{36474661-AAAB-4435-AD8E-B81732E8312F}" destId="{A62CBEEF-B2C8-42ED-876C-AB2953435174}" srcOrd="0" destOrd="0" presId="urn:microsoft.com/office/officeart/2005/8/layout/default"/>
    <dgm:cxn modelId="{8361F237-EFBB-48CE-815B-D757EFD75B9D}" type="presParOf" srcId="{917FE18D-09ED-4CC5-B7C5-098EF41768AE}" destId="{A0A2DF3E-105A-48C0-88C0-FF0A836605B1}" srcOrd="0" destOrd="0" presId="urn:microsoft.com/office/officeart/2005/8/layout/default"/>
    <dgm:cxn modelId="{AAA3F118-4871-4E0D-B0F1-185C4E9E9DA2}" type="presParOf" srcId="{917FE18D-09ED-4CC5-B7C5-098EF41768AE}" destId="{675F29E9-68FF-49F8-90E7-822C5273278B}" srcOrd="1" destOrd="0" presId="urn:microsoft.com/office/officeart/2005/8/layout/default"/>
    <dgm:cxn modelId="{747A9EC9-9C25-4B1B-BDE9-D735849AFD0A}" type="presParOf" srcId="{917FE18D-09ED-4CC5-B7C5-098EF41768AE}" destId="{C543941B-D0B6-4DB5-86AA-0662BA85E1F1}" srcOrd="2" destOrd="0" presId="urn:microsoft.com/office/officeart/2005/8/layout/default"/>
    <dgm:cxn modelId="{A17F9D8E-1902-475B-8C06-F847324B8BA7}" type="presParOf" srcId="{917FE18D-09ED-4CC5-B7C5-098EF41768AE}" destId="{91A0DFCA-478E-4A46-BE29-4CEB76095C31}" srcOrd="3" destOrd="0" presId="urn:microsoft.com/office/officeart/2005/8/layout/default"/>
    <dgm:cxn modelId="{2A0FE0C0-E601-4FDE-9ECD-A3673CB489C8}" type="presParOf" srcId="{917FE18D-09ED-4CC5-B7C5-098EF41768AE}" destId="{1B4F3A9A-C37C-4A12-9A9F-52EA661B95F3}" srcOrd="4" destOrd="0" presId="urn:microsoft.com/office/officeart/2005/8/layout/default"/>
    <dgm:cxn modelId="{CDE6EFA8-E632-424F-AF59-F15FBF417621}" type="presParOf" srcId="{917FE18D-09ED-4CC5-B7C5-098EF41768AE}" destId="{A776C291-04B7-488A-AF70-61EE09BCB358}" srcOrd="5" destOrd="0" presId="urn:microsoft.com/office/officeart/2005/8/layout/default"/>
    <dgm:cxn modelId="{C7F76D90-4417-4F49-95F1-25ADF9B10E3A}" type="presParOf" srcId="{917FE18D-09ED-4CC5-B7C5-098EF41768AE}" destId="{A62CBEEF-B2C8-42ED-876C-AB2953435174}"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3F5693-9A69-4F3C-B748-E4724A341857}" type="doc">
      <dgm:prSet loTypeId="urn:microsoft.com/office/officeart/2024/layout/NumberedLinearArrowProcess#1" loCatId="process" qsTypeId="urn:microsoft.com/office/officeart/2005/8/quickstyle/simple1" qsCatId="simple" csTypeId="urn:microsoft.com/office/officeart/2005/8/colors/accent1_2" csCatId="accent1" phldr="1"/>
      <dgm:spPr/>
      <dgm:t>
        <a:bodyPr/>
        <a:lstStyle/>
        <a:p>
          <a:endParaRPr lang="en-GB"/>
        </a:p>
      </dgm:t>
    </dgm:pt>
    <dgm:pt modelId="{3F401A1B-032F-4B1D-843B-56B4B820F845}">
      <dgm:prSet phldrT="[Text]" phldr="0" custT="1"/>
      <dgm:spPr/>
      <dgm:t>
        <a:bodyPr/>
        <a:lstStyle/>
        <a:p>
          <a:r>
            <a:rPr lang="en-US" sz="1600" b="1" dirty="0"/>
            <a:t>Synthetic population</a:t>
          </a:r>
        </a:p>
        <a:p>
          <a:r>
            <a:rPr lang="en-US" sz="1400" dirty="0"/>
            <a:t>Population with demographics, activity plans, and activity locations derived from National Travel Survey and UK Census data</a:t>
          </a:r>
        </a:p>
      </dgm:t>
    </dgm:pt>
    <dgm:pt modelId="{103FBEC3-E81E-45C1-92F6-E529FAA344B4}" type="parTrans" cxnId="{42CBF67C-3E24-4FB7-B29E-6F3FF42EB070}">
      <dgm:prSet/>
      <dgm:spPr/>
      <dgm:t>
        <a:bodyPr/>
        <a:lstStyle/>
        <a:p>
          <a:endParaRPr lang="en-GB"/>
        </a:p>
      </dgm:t>
    </dgm:pt>
    <dgm:pt modelId="{66D196D8-2CF9-4441-8C0A-22CD84005F4E}" type="sibTrans" cxnId="{42CBF67C-3E24-4FB7-B29E-6F3FF42EB070}">
      <dgm:prSet phldrT="1" phldr="0"/>
      <dgm:spPr/>
      <dgm:t>
        <a:bodyPr/>
        <a:lstStyle/>
        <a:p>
          <a:r>
            <a:t>1</a:t>
          </a:r>
        </a:p>
      </dgm:t>
    </dgm:pt>
    <dgm:pt modelId="{7F893AFA-B347-4B18-A229-959A5521A62C}">
      <dgm:prSet phldrT="[Text]" phldr="0" custT="1"/>
      <dgm:spPr/>
      <dgm:t>
        <a:bodyPr/>
        <a:lstStyle/>
        <a:p>
          <a:r>
            <a:rPr lang="en-US" sz="1600" b="1" dirty="0"/>
            <a:t>Network simulation</a:t>
          </a:r>
        </a:p>
        <a:p>
          <a:r>
            <a:rPr lang="en-GB" sz="1400" dirty="0"/>
            <a:t>Agents complete activity plans in shared, congested network. Network includes real road and rail provision, PT services, and vehicle fleet</a:t>
          </a:r>
        </a:p>
      </dgm:t>
    </dgm:pt>
    <dgm:pt modelId="{81CC7F4B-8572-41F1-8487-C9B44D6F369B}" type="parTrans" cxnId="{901B74DB-5732-4C53-AD4C-D60708E42F6A}">
      <dgm:prSet/>
      <dgm:spPr/>
      <dgm:t>
        <a:bodyPr/>
        <a:lstStyle/>
        <a:p>
          <a:endParaRPr lang="en-GB"/>
        </a:p>
      </dgm:t>
    </dgm:pt>
    <dgm:pt modelId="{A091A58B-CF64-46A5-B98B-CA152169464E}" type="sibTrans" cxnId="{901B74DB-5732-4C53-AD4C-D60708E42F6A}">
      <dgm:prSet phldrT="2" phldr="0"/>
      <dgm:spPr/>
      <dgm:t>
        <a:bodyPr/>
        <a:lstStyle/>
        <a:p>
          <a:r>
            <a:t>2</a:t>
          </a:r>
        </a:p>
      </dgm:t>
    </dgm:pt>
    <dgm:pt modelId="{E28BA029-7627-4581-9140-605878FF5E34}">
      <dgm:prSet phldrT="[Text]" phldr="0" custT="1"/>
      <dgm:spPr/>
      <dgm:t>
        <a:bodyPr/>
        <a:lstStyle/>
        <a:p>
          <a:r>
            <a:rPr lang="en-US" sz="1600" b="1" dirty="0"/>
            <a:t>Innovation and scoring</a:t>
          </a:r>
        </a:p>
        <a:p>
          <a:r>
            <a:rPr lang="en-GB" sz="1400" dirty="0"/>
            <a:t>Some agents “innovate” by randomly mutating their plans. All attempted plans are scored by utility (according to distance, duration, etc)</a:t>
          </a:r>
        </a:p>
      </dgm:t>
    </dgm:pt>
    <dgm:pt modelId="{2D1E5EBE-212F-446C-A7F8-CF0829D283EC}" type="parTrans" cxnId="{48162D38-B195-417D-A33D-7DD47B983C81}">
      <dgm:prSet/>
      <dgm:spPr/>
      <dgm:t>
        <a:bodyPr/>
        <a:lstStyle/>
        <a:p>
          <a:endParaRPr lang="en-GB"/>
        </a:p>
      </dgm:t>
    </dgm:pt>
    <dgm:pt modelId="{37E9E95D-9B85-4945-856A-0081737860F4}" type="sibTrans" cxnId="{48162D38-B195-417D-A33D-7DD47B983C81}">
      <dgm:prSet phldrT="3" phldr="0"/>
      <dgm:spPr/>
      <dgm:t>
        <a:bodyPr/>
        <a:lstStyle/>
        <a:p>
          <a:r>
            <a:t>3</a:t>
          </a:r>
        </a:p>
      </dgm:t>
    </dgm:pt>
    <dgm:pt modelId="{96559565-3BA2-4C0F-8057-CBDBB9F6CCE0}">
      <dgm:prSet phldrT="[Text]" phldr="0" custT="1"/>
      <dgm:spPr/>
      <dgm:t>
        <a:bodyPr/>
        <a:lstStyle/>
        <a:p>
          <a:r>
            <a:rPr lang="en-US" sz="1600" b="1" dirty="0"/>
            <a:t>Repeated iterations</a:t>
          </a:r>
        </a:p>
        <a:p>
          <a:r>
            <a:rPr lang="en-GB" sz="1400" dirty="0"/>
            <a:t>Simulation iterated hundreds of times to reach equilibrium where no agent can improve given the rest of the network</a:t>
          </a:r>
        </a:p>
      </dgm:t>
    </dgm:pt>
    <dgm:pt modelId="{22EBA66C-4D7F-46F7-93C2-94DE2AC3604F}" type="parTrans" cxnId="{0B0B6DA9-DADC-4C9B-8435-E35DC4C29806}">
      <dgm:prSet/>
      <dgm:spPr/>
      <dgm:t>
        <a:bodyPr/>
        <a:lstStyle/>
        <a:p>
          <a:endParaRPr lang="en-GB"/>
        </a:p>
      </dgm:t>
    </dgm:pt>
    <dgm:pt modelId="{D8F35D19-6559-401D-AB5D-41C2060B2034}" type="sibTrans" cxnId="{0B0B6DA9-DADC-4C9B-8435-E35DC4C29806}">
      <dgm:prSet phldrT="4" phldr="0"/>
      <dgm:spPr/>
      <dgm:t>
        <a:bodyPr/>
        <a:lstStyle/>
        <a:p>
          <a:r>
            <a:rPr lang="en-GB"/>
            <a:t>4</a:t>
          </a:r>
        </a:p>
      </dgm:t>
    </dgm:pt>
    <dgm:pt modelId="{3CF1AE3A-6BA4-4E28-9A0E-AA5017E1BE91}" type="pres">
      <dgm:prSet presAssocID="{703F5693-9A69-4F3C-B748-E4724A341857}" presName="linearFlow" presStyleCnt="0">
        <dgm:presLayoutVars>
          <dgm:dir/>
          <dgm:animLvl val="lvl"/>
          <dgm:resizeHandles val="exact"/>
        </dgm:presLayoutVars>
      </dgm:prSet>
      <dgm:spPr/>
    </dgm:pt>
    <dgm:pt modelId="{DDCB6821-36B5-4D73-A8E9-B1DD9B5BA754}" type="pres">
      <dgm:prSet presAssocID="{3F401A1B-032F-4B1D-843B-56B4B820F845}" presName="compositeNode" presStyleCnt="0"/>
      <dgm:spPr/>
    </dgm:pt>
    <dgm:pt modelId="{C7CC2F04-62C8-4928-A186-C31ECFE8ABB6}" type="pres">
      <dgm:prSet presAssocID="{3F401A1B-032F-4B1D-843B-56B4B820F845}" presName="parTx" presStyleLbl="node1" presStyleIdx="0" presStyleCnt="0">
        <dgm:presLayoutVars>
          <dgm:chMax val="0"/>
          <dgm:chPref val="0"/>
          <dgm:bulletEnabled val="1"/>
        </dgm:presLayoutVars>
      </dgm:prSet>
      <dgm:spPr/>
    </dgm:pt>
    <dgm:pt modelId="{AA18B61F-5C21-4E08-83B4-71633752132E}" type="pres">
      <dgm:prSet presAssocID="{3F401A1B-032F-4B1D-843B-56B4B820F845}" presName="parSh" presStyleCnt="0"/>
      <dgm:spPr/>
    </dgm:pt>
    <dgm:pt modelId="{1526C97C-F27F-42D4-B19F-D72F18BCBC6D}" type="pres">
      <dgm:prSet presAssocID="{3F401A1B-032F-4B1D-843B-56B4B820F845}" presName="lineNode" presStyleLbl="alignNode1" presStyleIdx="0" presStyleCnt="12"/>
      <dgm:spPr/>
    </dgm:pt>
    <dgm:pt modelId="{FAD3A63B-305B-49BB-93C5-FD83E727B80E}" type="pres">
      <dgm:prSet presAssocID="{3F401A1B-032F-4B1D-843B-56B4B820F845}" presName="lineArrowNode" presStyleLbl="alignNode1" presStyleIdx="1" presStyleCnt="12"/>
      <dgm:spPr/>
    </dgm:pt>
    <dgm:pt modelId="{08FAA05A-0FA4-4841-8F64-AD0694899590}" type="pres">
      <dgm:prSet presAssocID="{66D196D8-2CF9-4441-8C0A-22CD84005F4E}" presName="sibTransNodeCircle" presStyleLbl="alignNode1" presStyleIdx="2" presStyleCnt="12">
        <dgm:presLayoutVars>
          <dgm:chMax val="0"/>
          <dgm:bulletEnabled/>
        </dgm:presLayoutVars>
      </dgm:prSet>
      <dgm:spPr/>
    </dgm:pt>
    <dgm:pt modelId="{09CADD2E-C216-4E36-AA5C-55CFE5456639}" type="pres">
      <dgm:prSet presAssocID="{66D196D8-2CF9-4441-8C0A-22CD84005F4E}" presName="spacerBetweenCircleAndCallout" presStyleCnt="0">
        <dgm:presLayoutVars/>
      </dgm:prSet>
      <dgm:spPr/>
    </dgm:pt>
    <dgm:pt modelId="{FED53E22-8844-4A94-9785-7C610B3499B3}" type="pres">
      <dgm:prSet presAssocID="{66D196D8-2CF9-4441-8C0A-22CD84005F4E}" presName="verticalConnector" presStyleLbl="alignAccFollowNode1" presStyleIdx="0" presStyleCnt="4"/>
      <dgm:spPr/>
    </dgm:pt>
    <dgm:pt modelId="{2CFAE657-6B75-4C41-924D-ED0343DCA274}" type="pres">
      <dgm:prSet presAssocID="{3F401A1B-032F-4B1D-843B-56B4B820F845}" presName="nodeText" presStyleLbl="fgAcc1" presStyleIdx="0" presStyleCnt="4">
        <dgm:presLayoutVars>
          <dgm:bulletEnabled val="1"/>
        </dgm:presLayoutVars>
      </dgm:prSet>
      <dgm:spPr/>
    </dgm:pt>
    <dgm:pt modelId="{46DAC643-7F88-4EB5-9CB9-FF6E6E9D308B}" type="pres">
      <dgm:prSet presAssocID="{66D196D8-2CF9-4441-8C0A-22CD84005F4E}" presName="sibTransComposite" presStyleCnt="0"/>
      <dgm:spPr/>
    </dgm:pt>
    <dgm:pt modelId="{DCEABC51-1FDF-4625-9713-F11C326EA482}" type="pres">
      <dgm:prSet presAssocID="{7F893AFA-B347-4B18-A229-959A5521A62C}" presName="compositeNode" presStyleCnt="0"/>
      <dgm:spPr/>
    </dgm:pt>
    <dgm:pt modelId="{C5CBAA8C-15F3-4AE9-A621-EC34F353803A}" type="pres">
      <dgm:prSet presAssocID="{7F893AFA-B347-4B18-A229-959A5521A62C}" presName="parTx" presStyleLbl="node1" presStyleIdx="0" presStyleCnt="0">
        <dgm:presLayoutVars>
          <dgm:chMax val="0"/>
          <dgm:chPref val="0"/>
          <dgm:bulletEnabled val="1"/>
        </dgm:presLayoutVars>
      </dgm:prSet>
      <dgm:spPr/>
    </dgm:pt>
    <dgm:pt modelId="{F397DDA1-C2C5-4566-A928-818D360CCBD5}" type="pres">
      <dgm:prSet presAssocID="{7F893AFA-B347-4B18-A229-959A5521A62C}" presName="parSh" presStyleCnt="0"/>
      <dgm:spPr/>
    </dgm:pt>
    <dgm:pt modelId="{A2A60DD8-189E-4E23-9514-E4C38978B125}" type="pres">
      <dgm:prSet presAssocID="{7F893AFA-B347-4B18-A229-959A5521A62C}" presName="lineNode" presStyleLbl="alignNode1" presStyleIdx="3" presStyleCnt="12"/>
      <dgm:spPr/>
    </dgm:pt>
    <dgm:pt modelId="{41A8B971-15F9-43EF-913D-C6DD4B3B24C9}" type="pres">
      <dgm:prSet presAssocID="{7F893AFA-B347-4B18-A229-959A5521A62C}" presName="lineArrowNode" presStyleLbl="alignNode1" presStyleIdx="4" presStyleCnt="12"/>
      <dgm:spPr/>
    </dgm:pt>
    <dgm:pt modelId="{266B0E11-23DE-440B-AB72-49684F706E7D}" type="pres">
      <dgm:prSet presAssocID="{A091A58B-CF64-46A5-B98B-CA152169464E}" presName="sibTransNodeCircle" presStyleLbl="alignNode1" presStyleIdx="5" presStyleCnt="12">
        <dgm:presLayoutVars>
          <dgm:chMax val="0"/>
          <dgm:bulletEnabled/>
        </dgm:presLayoutVars>
      </dgm:prSet>
      <dgm:spPr/>
    </dgm:pt>
    <dgm:pt modelId="{6F182C61-C60B-4228-B9A3-FCDF4CCF7B2F}" type="pres">
      <dgm:prSet presAssocID="{A091A58B-CF64-46A5-B98B-CA152169464E}" presName="spacerBetweenCircleAndCallout" presStyleCnt="0">
        <dgm:presLayoutVars/>
      </dgm:prSet>
      <dgm:spPr/>
    </dgm:pt>
    <dgm:pt modelId="{F7991B8A-4BEB-47F7-8B7F-C0FBA710D8B0}" type="pres">
      <dgm:prSet presAssocID="{A091A58B-CF64-46A5-B98B-CA152169464E}" presName="verticalConnector" presStyleLbl="alignAccFollowNode1" presStyleIdx="1" presStyleCnt="4"/>
      <dgm:spPr/>
    </dgm:pt>
    <dgm:pt modelId="{25706FAE-5AF8-486C-B1FF-6170CAD2FF81}" type="pres">
      <dgm:prSet presAssocID="{7F893AFA-B347-4B18-A229-959A5521A62C}" presName="nodeText" presStyleLbl="fgAcc1" presStyleIdx="1" presStyleCnt="4">
        <dgm:presLayoutVars>
          <dgm:bulletEnabled val="1"/>
        </dgm:presLayoutVars>
      </dgm:prSet>
      <dgm:spPr/>
    </dgm:pt>
    <dgm:pt modelId="{09F8A4EB-DBDE-4EF6-B7AB-DE3AEDE4FA95}" type="pres">
      <dgm:prSet presAssocID="{A091A58B-CF64-46A5-B98B-CA152169464E}" presName="sibTransComposite" presStyleCnt="0"/>
      <dgm:spPr/>
    </dgm:pt>
    <dgm:pt modelId="{AB2967BE-CC85-4440-8EA1-9F69F16BB027}" type="pres">
      <dgm:prSet presAssocID="{E28BA029-7627-4581-9140-605878FF5E34}" presName="compositeNode" presStyleCnt="0"/>
      <dgm:spPr/>
    </dgm:pt>
    <dgm:pt modelId="{99DD816D-D3E0-4766-8143-98423889BE1B}" type="pres">
      <dgm:prSet presAssocID="{E28BA029-7627-4581-9140-605878FF5E34}" presName="parTx" presStyleLbl="node1" presStyleIdx="0" presStyleCnt="0">
        <dgm:presLayoutVars>
          <dgm:chMax val="0"/>
          <dgm:chPref val="0"/>
          <dgm:bulletEnabled val="1"/>
        </dgm:presLayoutVars>
      </dgm:prSet>
      <dgm:spPr/>
    </dgm:pt>
    <dgm:pt modelId="{78140D47-B7C9-4022-ACA9-EC8DA26C2CF5}" type="pres">
      <dgm:prSet presAssocID="{E28BA029-7627-4581-9140-605878FF5E34}" presName="parSh" presStyleCnt="0"/>
      <dgm:spPr/>
    </dgm:pt>
    <dgm:pt modelId="{E1627461-46A0-41AC-8532-EF22C6D15F24}" type="pres">
      <dgm:prSet presAssocID="{E28BA029-7627-4581-9140-605878FF5E34}" presName="lineNode" presStyleLbl="alignNode1" presStyleIdx="6" presStyleCnt="12"/>
      <dgm:spPr/>
    </dgm:pt>
    <dgm:pt modelId="{A09E6413-4D72-4286-9CEE-5106D87D23F6}" type="pres">
      <dgm:prSet presAssocID="{E28BA029-7627-4581-9140-605878FF5E34}" presName="lineArrowNode" presStyleLbl="alignNode1" presStyleIdx="7" presStyleCnt="12"/>
      <dgm:spPr/>
    </dgm:pt>
    <dgm:pt modelId="{739FC2BD-A282-476F-AFF8-4462D7923B14}" type="pres">
      <dgm:prSet presAssocID="{37E9E95D-9B85-4945-856A-0081737860F4}" presName="sibTransNodeCircle" presStyleLbl="alignNode1" presStyleIdx="8" presStyleCnt="12">
        <dgm:presLayoutVars>
          <dgm:chMax val="0"/>
          <dgm:bulletEnabled/>
        </dgm:presLayoutVars>
      </dgm:prSet>
      <dgm:spPr/>
    </dgm:pt>
    <dgm:pt modelId="{2F2FF06E-D9E7-4FCA-8FB3-A33206B726F2}" type="pres">
      <dgm:prSet presAssocID="{37E9E95D-9B85-4945-856A-0081737860F4}" presName="spacerBetweenCircleAndCallout" presStyleCnt="0">
        <dgm:presLayoutVars/>
      </dgm:prSet>
      <dgm:spPr/>
    </dgm:pt>
    <dgm:pt modelId="{9718E8BE-D08F-438D-9A1C-7169914575E5}" type="pres">
      <dgm:prSet presAssocID="{37E9E95D-9B85-4945-856A-0081737860F4}" presName="verticalConnector" presStyleLbl="alignAccFollowNode1" presStyleIdx="2" presStyleCnt="4"/>
      <dgm:spPr/>
    </dgm:pt>
    <dgm:pt modelId="{0CBCCD0F-3968-4DDA-9122-F536288AB16C}" type="pres">
      <dgm:prSet presAssocID="{E28BA029-7627-4581-9140-605878FF5E34}" presName="nodeText" presStyleLbl="fgAcc1" presStyleIdx="2" presStyleCnt="4" custScaleY="100000">
        <dgm:presLayoutVars>
          <dgm:bulletEnabled val="1"/>
        </dgm:presLayoutVars>
      </dgm:prSet>
      <dgm:spPr/>
    </dgm:pt>
    <dgm:pt modelId="{251520BF-76B0-40A7-8FD9-6A077D5BFD7E}" type="pres">
      <dgm:prSet presAssocID="{37E9E95D-9B85-4945-856A-0081737860F4}" presName="sibTransComposite" presStyleCnt="0"/>
      <dgm:spPr/>
    </dgm:pt>
    <dgm:pt modelId="{9B58A3E1-76A1-4105-9DF7-BCE021C5DF0C}" type="pres">
      <dgm:prSet presAssocID="{96559565-3BA2-4C0F-8057-CBDBB9F6CCE0}" presName="compositeNode" presStyleCnt="0"/>
      <dgm:spPr/>
    </dgm:pt>
    <dgm:pt modelId="{39BD7A99-5704-4D64-BE46-8ED7D02469D7}" type="pres">
      <dgm:prSet presAssocID="{96559565-3BA2-4C0F-8057-CBDBB9F6CCE0}" presName="parTx" presStyleLbl="node1" presStyleIdx="0" presStyleCnt="0">
        <dgm:presLayoutVars>
          <dgm:chMax val="0"/>
          <dgm:chPref val="0"/>
          <dgm:bulletEnabled val="1"/>
        </dgm:presLayoutVars>
      </dgm:prSet>
      <dgm:spPr/>
    </dgm:pt>
    <dgm:pt modelId="{84461658-90B3-41D2-9662-B24333652A82}" type="pres">
      <dgm:prSet presAssocID="{96559565-3BA2-4C0F-8057-CBDBB9F6CCE0}" presName="parSh" presStyleCnt="0"/>
      <dgm:spPr/>
    </dgm:pt>
    <dgm:pt modelId="{34FD68ED-A4FA-4D13-831B-83DA37793199}" type="pres">
      <dgm:prSet presAssocID="{96559565-3BA2-4C0F-8057-CBDBB9F6CCE0}" presName="lineNode" presStyleLbl="alignNode1" presStyleIdx="9" presStyleCnt="12"/>
      <dgm:spPr/>
    </dgm:pt>
    <dgm:pt modelId="{6268D8AB-7902-4475-AD97-9657B8D2AE60}" type="pres">
      <dgm:prSet presAssocID="{96559565-3BA2-4C0F-8057-CBDBB9F6CCE0}" presName="lineArrowNode" presStyleLbl="alignNode1" presStyleIdx="10" presStyleCnt="12"/>
      <dgm:spPr/>
    </dgm:pt>
    <dgm:pt modelId="{E0347F51-4E30-43B8-9B7D-70B034646B40}" type="pres">
      <dgm:prSet presAssocID="{D8F35D19-6559-401D-AB5D-41C2060B2034}" presName="sibTransNodeCircle" presStyleLbl="alignNode1" presStyleIdx="11" presStyleCnt="12">
        <dgm:presLayoutVars>
          <dgm:chMax val="0"/>
          <dgm:bulletEnabled/>
        </dgm:presLayoutVars>
      </dgm:prSet>
      <dgm:spPr/>
    </dgm:pt>
    <dgm:pt modelId="{FB07A685-F3C0-4A89-9EE5-7787D43C8380}" type="pres">
      <dgm:prSet presAssocID="{D8F35D19-6559-401D-AB5D-41C2060B2034}" presName="spacerBetweenCircleAndCallout" presStyleCnt="0">
        <dgm:presLayoutVars/>
      </dgm:prSet>
      <dgm:spPr/>
    </dgm:pt>
    <dgm:pt modelId="{D2A1DF53-9AB3-4D58-A323-26085B22BD50}" type="pres">
      <dgm:prSet presAssocID="{D8F35D19-6559-401D-AB5D-41C2060B2034}" presName="verticalConnector" presStyleLbl="alignAccFollowNode1" presStyleIdx="3" presStyleCnt="4"/>
      <dgm:spPr/>
    </dgm:pt>
    <dgm:pt modelId="{60A53BE6-F7C6-44E1-A8CE-C11E82D0C679}" type="pres">
      <dgm:prSet presAssocID="{96559565-3BA2-4C0F-8057-CBDBB9F6CCE0}" presName="nodeText" presStyleLbl="fgAcc1" presStyleIdx="3" presStyleCnt="4">
        <dgm:presLayoutVars>
          <dgm:bulletEnabled val="1"/>
        </dgm:presLayoutVars>
      </dgm:prSet>
      <dgm:spPr/>
    </dgm:pt>
  </dgm:ptLst>
  <dgm:cxnLst>
    <dgm:cxn modelId="{9E682D1C-15C9-4227-8137-E1C26A440A62}" type="presOf" srcId="{3F401A1B-032F-4B1D-843B-56B4B820F845}" destId="{2CFAE657-6B75-4C41-924D-ED0343DCA274}" srcOrd="1" destOrd="0" presId="urn:microsoft.com/office/officeart/2024/layout/NumberedLinearArrowProcess#1"/>
    <dgm:cxn modelId="{A828492B-2010-43DC-B80D-62E3AD1BD3E0}" type="presOf" srcId="{E28BA029-7627-4581-9140-605878FF5E34}" destId="{0CBCCD0F-3968-4DDA-9122-F536288AB16C}" srcOrd="1" destOrd="0" presId="urn:microsoft.com/office/officeart/2024/layout/NumberedLinearArrowProcess#1"/>
    <dgm:cxn modelId="{8F633730-CDE5-44CE-9683-63FA9BD8925D}" type="presOf" srcId="{7F893AFA-B347-4B18-A229-959A5521A62C}" destId="{25706FAE-5AF8-486C-B1FF-6170CAD2FF81}" srcOrd="1" destOrd="0" presId="urn:microsoft.com/office/officeart/2024/layout/NumberedLinearArrowProcess#1"/>
    <dgm:cxn modelId="{48162D38-B195-417D-A33D-7DD47B983C81}" srcId="{703F5693-9A69-4F3C-B748-E4724A341857}" destId="{E28BA029-7627-4581-9140-605878FF5E34}" srcOrd="2" destOrd="0" parTransId="{2D1E5EBE-212F-446C-A7F8-CF0829D283EC}" sibTransId="{37E9E95D-9B85-4945-856A-0081737860F4}"/>
    <dgm:cxn modelId="{1F82915D-566D-4B9F-A955-9406C8DD2495}" type="presOf" srcId="{A091A58B-CF64-46A5-B98B-CA152169464E}" destId="{266B0E11-23DE-440B-AB72-49684F706E7D}" srcOrd="0" destOrd="0" presId="urn:microsoft.com/office/officeart/2024/layout/NumberedLinearArrowProcess#1"/>
    <dgm:cxn modelId="{E3FC3260-0AD9-43DD-BB86-255BB019052D}" type="presOf" srcId="{37E9E95D-9B85-4945-856A-0081737860F4}" destId="{739FC2BD-A282-476F-AFF8-4462D7923B14}" srcOrd="0" destOrd="0" presId="urn:microsoft.com/office/officeart/2024/layout/NumberedLinearArrowProcess#1"/>
    <dgm:cxn modelId="{E1FD7A64-4AB6-495E-89E3-65DCC7CF0009}" type="presOf" srcId="{96559565-3BA2-4C0F-8057-CBDBB9F6CCE0}" destId="{60A53BE6-F7C6-44E1-A8CE-C11E82D0C679}" srcOrd="1" destOrd="0" presId="urn:microsoft.com/office/officeart/2024/layout/NumberedLinearArrowProcess#1"/>
    <dgm:cxn modelId="{42CBF67C-3E24-4FB7-B29E-6F3FF42EB070}" srcId="{703F5693-9A69-4F3C-B748-E4724A341857}" destId="{3F401A1B-032F-4B1D-843B-56B4B820F845}" srcOrd="0" destOrd="0" parTransId="{103FBEC3-E81E-45C1-92F6-E529FAA344B4}" sibTransId="{66D196D8-2CF9-4441-8C0A-22CD84005F4E}"/>
    <dgm:cxn modelId="{755EB88C-DEF2-4778-A9C0-F84E5F6DCD88}" type="presOf" srcId="{D8F35D19-6559-401D-AB5D-41C2060B2034}" destId="{E0347F51-4E30-43B8-9B7D-70B034646B40}" srcOrd="0" destOrd="0" presId="urn:microsoft.com/office/officeart/2024/layout/NumberedLinearArrowProcess#1"/>
    <dgm:cxn modelId="{AEDA4690-613E-4BA8-8450-39B3B0CB7225}" type="presOf" srcId="{703F5693-9A69-4F3C-B748-E4724A341857}" destId="{3CF1AE3A-6BA4-4E28-9A0E-AA5017E1BE91}" srcOrd="0" destOrd="0" presId="urn:microsoft.com/office/officeart/2024/layout/NumberedLinearArrowProcess#1"/>
    <dgm:cxn modelId="{CD754F9E-7360-4E8E-A1BD-6F904C765A9E}" type="presOf" srcId="{7F893AFA-B347-4B18-A229-959A5521A62C}" destId="{41A8B971-15F9-43EF-913D-C6DD4B3B24C9}" srcOrd="0" destOrd="0" presId="urn:microsoft.com/office/officeart/2024/layout/NumberedLinearArrowProcess#1"/>
    <dgm:cxn modelId="{22B074A2-0486-47A6-8D5C-DB760BB3B3C0}" type="presOf" srcId="{66D196D8-2CF9-4441-8C0A-22CD84005F4E}" destId="{08FAA05A-0FA4-4841-8F64-AD0694899590}" srcOrd="0" destOrd="0" presId="urn:microsoft.com/office/officeart/2024/layout/NumberedLinearArrowProcess#1"/>
    <dgm:cxn modelId="{0B0B6DA9-DADC-4C9B-8435-E35DC4C29806}" srcId="{703F5693-9A69-4F3C-B748-E4724A341857}" destId="{96559565-3BA2-4C0F-8057-CBDBB9F6CCE0}" srcOrd="3" destOrd="0" parTransId="{22EBA66C-4D7F-46F7-93C2-94DE2AC3604F}" sibTransId="{D8F35D19-6559-401D-AB5D-41C2060B2034}"/>
    <dgm:cxn modelId="{204D61B2-55C5-41A1-B238-9A9010385FD3}" type="presOf" srcId="{3F401A1B-032F-4B1D-843B-56B4B820F845}" destId="{FAD3A63B-305B-49BB-93C5-FD83E727B80E}" srcOrd="0" destOrd="0" presId="urn:microsoft.com/office/officeart/2024/layout/NumberedLinearArrowProcess#1"/>
    <dgm:cxn modelId="{901B74DB-5732-4C53-AD4C-D60708E42F6A}" srcId="{703F5693-9A69-4F3C-B748-E4724A341857}" destId="{7F893AFA-B347-4B18-A229-959A5521A62C}" srcOrd="1" destOrd="0" parTransId="{81CC7F4B-8572-41F1-8487-C9B44D6F369B}" sibTransId="{A091A58B-CF64-46A5-B98B-CA152169464E}"/>
    <dgm:cxn modelId="{3C9039ED-D7D2-4DD1-8C22-9D22296B233D}" type="presOf" srcId="{E28BA029-7627-4581-9140-605878FF5E34}" destId="{A09E6413-4D72-4286-9CEE-5106D87D23F6}" srcOrd="0" destOrd="0" presId="urn:microsoft.com/office/officeart/2024/layout/NumberedLinearArrowProcess#1"/>
    <dgm:cxn modelId="{BC3241FD-BDE3-47EF-93F3-7687BE5205DD}" type="presOf" srcId="{96559565-3BA2-4C0F-8057-CBDBB9F6CCE0}" destId="{6268D8AB-7902-4475-AD97-9657B8D2AE60}" srcOrd="0" destOrd="0" presId="urn:microsoft.com/office/officeart/2024/layout/NumberedLinearArrowProcess#1"/>
    <dgm:cxn modelId="{2EC481B4-DFAC-4676-AA0F-823D599FB63F}" type="presParOf" srcId="{3CF1AE3A-6BA4-4E28-9A0E-AA5017E1BE91}" destId="{DDCB6821-36B5-4D73-A8E9-B1DD9B5BA754}" srcOrd="0" destOrd="0" presId="urn:microsoft.com/office/officeart/2024/layout/NumberedLinearArrowProcess#1"/>
    <dgm:cxn modelId="{7A76175A-3503-4DE2-8FEC-0CFADE68E228}" type="presParOf" srcId="{DDCB6821-36B5-4D73-A8E9-B1DD9B5BA754}" destId="{C7CC2F04-62C8-4928-A186-C31ECFE8ABB6}" srcOrd="0" destOrd="0" presId="urn:microsoft.com/office/officeart/2024/layout/NumberedLinearArrowProcess#1"/>
    <dgm:cxn modelId="{1F6FEF1C-5C18-49AA-9ED7-C1B93B5B7770}" type="presParOf" srcId="{DDCB6821-36B5-4D73-A8E9-B1DD9B5BA754}" destId="{AA18B61F-5C21-4E08-83B4-71633752132E}" srcOrd="1" destOrd="0" presId="urn:microsoft.com/office/officeart/2024/layout/NumberedLinearArrowProcess#1"/>
    <dgm:cxn modelId="{273D2422-16F5-4B41-8AA0-B1FA616CA7D7}" type="presParOf" srcId="{AA18B61F-5C21-4E08-83B4-71633752132E}" destId="{1526C97C-F27F-42D4-B19F-D72F18BCBC6D}" srcOrd="0" destOrd="0" presId="urn:microsoft.com/office/officeart/2024/layout/NumberedLinearArrowProcess#1"/>
    <dgm:cxn modelId="{85EC1DE4-3AFB-4B5F-B046-4253B39A04D0}" type="presParOf" srcId="{AA18B61F-5C21-4E08-83B4-71633752132E}" destId="{FAD3A63B-305B-49BB-93C5-FD83E727B80E}" srcOrd="1" destOrd="0" presId="urn:microsoft.com/office/officeart/2024/layout/NumberedLinearArrowProcess#1"/>
    <dgm:cxn modelId="{6F3D678D-C066-45F7-953E-7F716F92E6E9}" type="presParOf" srcId="{AA18B61F-5C21-4E08-83B4-71633752132E}" destId="{08FAA05A-0FA4-4841-8F64-AD0694899590}" srcOrd="2" destOrd="0" presId="urn:microsoft.com/office/officeart/2024/layout/NumberedLinearArrowProcess#1"/>
    <dgm:cxn modelId="{553B4A6C-B8E3-42B9-95DD-99F2E0A6A7F7}" type="presParOf" srcId="{AA18B61F-5C21-4E08-83B4-71633752132E}" destId="{09CADD2E-C216-4E36-AA5C-55CFE5456639}" srcOrd="3" destOrd="0" presId="urn:microsoft.com/office/officeart/2024/layout/NumberedLinearArrowProcess#1"/>
    <dgm:cxn modelId="{94D7F5DA-52E4-4F1F-B46D-7608FF6EBC5C}" type="presParOf" srcId="{AA18B61F-5C21-4E08-83B4-71633752132E}" destId="{FED53E22-8844-4A94-9785-7C610B3499B3}" srcOrd="4" destOrd="0" presId="urn:microsoft.com/office/officeart/2024/layout/NumberedLinearArrowProcess#1"/>
    <dgm:cxn modelId="{55610974-2ACD-4E17-9434-42CAAECBFC5A}" type="presParOf" srcId="{DDCB6821-36B5-4D73-A8E9-B1DD9B5BA754}" destId="{2CFAE657-6B75-4C41-924D-ED0343DCA274}" srcOrd="2" destOrd="0" presId="urn:microsoft.com/office/officeart/2024/layout/NumberedLinearArrowProcess#1"/>
    <dgm:cxn modelId="{A421825C-6AD9-4FC0-BCC8-35D760E32461}" type="presParOf" srcId="{3CF1AE3A-6BA4-4E28-9A0E-AA5017E1BE91}" destId="{46DAC643-7F88-4EB5-9CB9-FF6E6E9D308B}" srcOrd="1" destOrd="0" presId="urn:microsoft.com/office/officeart/2024/layout/NumberedLinearArrowProcess#1"/>
    <dgm:cxn modelId="{387DD174-112A-4176-BA4B-E48CBECCE30D}" type="presParOf" srcId="{3CF1AE3A-6BA4-4E28-9A0E-AA5017E1BE91}" destId="{DCEABC51-1FDF-4625-9713-F11C326EA482}" srcOrd="2" destOrd="0" presId="urn:microsoft.com/office/officeart/2024/layout/NumberedLinearArrowProcess#1"/>
    <dgm:cxn modelId="{B290B137-672A-493E-A557-3CFD74956CEA}" type="presParOf" srcId="{DCEABC51-1FDF-4625-9713-F11C326EA482}" destId="{C5CBAA8C-15F3-4AE9-A621-EC34F353803A}" srcOrd="0" destOrd="0" presId="urn:microsoft.com/office/officeart/2024/layout/NumberedLinearArrowProcess#1"/>
    <dgm:cxn modelId="{4FEB597C-B710-4903-BBB8-202CE2DA3B43}" type="presParOf" srcId="{DCEABC51-1FDF-4625-9713-F11C326EA482}" destId="{F397DDA1-C2C5-4566-A928-818D360CCBD5}" srcOrd="1" destOrd="0" presId="urn:microsoft.com/office/officeart/2024/layout/NumberedLinearArrowProcess#1"/>
    <dgm:cxn modelId="{174EC301-673F-48AA-A8AC-9FD47458B5B0}" type="presParOf" srcId="{F397DDA1-C2C5-4566-A928-818D360CCBD5}" destId="{A2A60DD8-189E-4E23-9514-E4C38978B125}" srcOrd="0" destOrd="0" presId="urn:microsoft.com/office/officeart/2024/layout/NumberedLinearArrowProcess#1"/>
    <dgm:cxn modelId="{5DB07DC0-CA81-40CA-BF36-28398B984B0B}" type="presParOf" srcId="{F397DDA1-C2C5-4566-A928-818D360CCBD5}" destId="{41A8B971-15F9-43EF-913D-C6DD4B3B24C9}" srcOrd="1" destOrd="0" presId="urn:microsoft.com/office/officeart/2024/layout/NumberedLinearArrowProcess#1"/>
    <dgm:cxn modelId="{D0DA486F-FD6A-43F3-9990-056860AAE045}" type="presParOf" srcId="{F397DDA1-C2C5-4566-A928-818D360CCBD5}" destId="{266B0E11-23DE-440B-AB72-49684F706E7D}" srcOrd="2" destOrd="0" presId="urn:microsoft.com/office/officeart/2024/layout/NumberedLinearArrowProcess#1"/>
    <dgm:cxn modelId="{B02545E7-001B-45BE-934E-F3D245309B73}" type="presParOf" srcId="{F397DDA1-C2C5-4566-A928-818D360CCBD5}" destId="{6F182C61-C60B-4228-B9A3-FCDF4CCF7B2F}" srcOrd="3" destOrd="0" presId="urn:microsoft.com/office/officeart/2024/layout/NumberedLinearArrowProcess#1"/>
    <dgm:cxn modelId="{225518B1-5B33-43D3-9290-79A94B608138}" type="presParOf" srcId="{F397DDA1-C2C5-4566-A928-818D360CCBD5}" destId="{F7991B8A-4BEB-47F7-8B7F-C0FBA710D8B0}" srcOrd="4" destOrd="0" presId="urn:microsoft.com/office/officeart/2024/layout/NumberedLinearArrowProcess#1"/>
    <dgm:cxn modelId="{CBACF7CF-FDED-4466-BD38-A8C10E139548}" type="presParOf" srcId="{DCEABC51-1FDF-4625-9713-F11C326EA482}" destId="{25706FAE-5AF8-486C-B1FF-6170CAD2FF81}" srcOrd="2" destOrd="0" presId="urn:microsoft.com/office/officeart/2024/layout/NumberedLinearArrowProcess#1"/>
    <dgm:cxn modelId="{9213F35A-5A85-452A-827E-727D1C859FA9}" type="presParOf" srcId="{3CF1AE3A-6BA4-4E28-9A0E-AA5017E1BE91}" destId="{09F8A4EB-DBDE-4EF6-B7AB-DE3AEDE4FA95}" srcOrd="3" destOrd="0" presId="urn:microsoft.com/office/officeart/2024/layout/NumberedLinearArrowProcess#1"/>
    <dgm:cxn modelId="{7DCD54C6-5BF4-4910-9710-D052F041C296}" type="presParOf" srcId="{3CF1AE3A-6BA4-4E28-9A0E-AA5017E1BE91}" destId="{AB2967BE-CC85-4440-8EA1-9F69F16BB027}" srcOrd="4" destOrd="0" presId="urn:microsoft.com/office/officeart/2024/layout/NumberedLinearArrowProcess#1"/>
    <dgm:cxn modelId="{42A4A18A-7153-4090-A468-FA811D56808D}" type="presParOf" srcId="{AB2967BE-CC85-4440-8EA1-9F69F16BB027}" destId="{99DD816D-D3E0-4766-8143-98423889BE1B}" srcOrd="0" destOrd="0" presId="urn:microsoft.com/office/officeart/2024/layout/NumberedLinearArrowProcess#1"/>
    <dgm:cxn modelId="{A625FC5F-37CD-4F99-AE80-FA35A4B64D44}" type="presParOf" srcId="{AB2967BE-CC85-4440-8EA1-9F69F16BB027}" destId="{78140D47-B7C9-4022-ACA9-EC8DA26C2CF5}" srcOrd="1" destOrd="0" presId="urn:microsoft.com/office/officeart/2024/layout/NumberedLinearArrowProcess#1"/>
    <dgm:cxn modelId="{1B6114FD-E8F5-46D7-9686-151F47598C0F}" type="presParOf" srcId="{78140D47-B7C9-4022-ACA9-EC8DA26C2CF5}" destId="{E1627461-46A0-41AC-8532-EF22C6D15F24}" srcOrd="0" destOrd="0" presId="urn:microsoft.com/office/officeart/2024/layout/NumberedLinearArrowProcess#1"/>
    <dgm:cxn modelId="{0A816F98-154D-4C72-BD16-04FBE9976135}" type="presParOf" srcId="{78140D47-B7C9-4022-ACA9-EC8DA26C2CF5}" destId="{A09E6413-4D72-4286-9CEE-5106D87D23F6}" srcOrd="1" destOrd="0" presId="urn:microsoft.com/office/officeart/2024/layout/NumberedLinearArrowProcess#1"/>
    <dgm:cxn modelId="{67543051-9CDA-4884-9FB0-7431AD08B546}" type="presParOf" srcId="{78140D47-B7C9-4022-ACA9-EC8DA26C2CF5}" destId="{739FC2BD-A282-476F-AFF8-4462D7923B14}" srcOrd="2" destOrd="0" presId="urn:microsoft.com/office/officeart/2024/layout/NumberedLinearArrowProcess#1"/>
    <dgm:cxn modelId="{33763B6E-1055-4B5F-A7EE-934A82663446}" type="presParOf" srcId="{78140D47-B7C9-4022-ACA9-EC8DA26C2CF5}" destId="{2F2FF06E-D9E7-4FCA-8FB3-A33206B726F2}" srcOrd="3" destOrd="0" presId="urn:microsoft.com/office/officeart/2024/layout/NumberedLinearArrowProcess#1"/>
    <dgm:cxn modelId="{2B7D87BD-9F5C-4734-A363-7CB1EC442301}" type="presParOf" srcId="{78140D47-B7C9-4022-ACA9-EC8DA26C2CF5}" destId="{9718E8BE-D08F-438D-9A1C-7169914575E5}" srcOrd="4" destOrd="0" presId="urn:microsoft.com/office/officeart/2024/layout/NumberedLinearArrowProcess#1"/>
    <dgm:cxn modelId="{49280A81-86B7-417C-80A3-69A47E8810C3}" type="presParOf" srcId="{AB2967BE-CC85-4440-8EA1-9F69F16BB027}" destId="{0CBCCD0F-3968-4DDA-9122-F536288AB16C}" srcOrd="2" destOrd="0" presId="urn:microsoft.com/office/officeart/2024/layout/NumberedLinearArrowProcess#1"/>
    <dgm:cxn modelId="{4D8FAC83-0736-410F-9136-83DC77AF0137}" type="presParOf" srcId="{3CF1AE3A-6BA4-4E28-9A0E-AA5017E1BE91}" destId="{251520BF-76B0-40A7-8FD9-6A077D5BFD7E}" srcOrd="5" destOrd="0" presId="urn:microsoft.com/office/officeart/2024/layout/NumberedLinearArrowProcess#1"/>
    <dgm:cxn modelId="{35F650BB-1089-4B7E-AC1D-4045D3987F8E}" type="presParOf" srcId="{3CF1AE3A-6BA4-4E28-9A0E-AA5017E1BE91}" destId="{9B58A3E1-76A1-4105-9DF7-BCE021C5DF0C}" srcOrd="6" destOrd="0" presId="urn:microsoft.com/office/officeart/2024/layout/NumberedLinearArrowProcess#1"/>
    <dgm:cxn modelId="{92572369-0344-4667-85C2-557DE59A19F1}" type="presParOf" srcId="{9B58A3E1-76A1-4105-9DF7-BCE021C5DF0C}" destId="{39BD7A99-5704-4D64-BE46-8ED7D02469D7}" srcOrd="0" destOrd="0" presId="urn:microsoft.com/office/officeart/2024/layout/NumberedLinearArrowProcess#1"/>
    <dgm:cxn modelId="{0E9E69B4-09F0-44B1-AAC4-EE916A479E42}" type="presParOf" srcId="{9B58A3E1-76A1-4105-9DF7-BCE021C5DF0C}" destId="{84461658-90B3-41D2-9662-B24333652A82}" srcOrd="1" destOrd="0" presId="urn:microsoft.com/office/officeart/2024/layout/NumberedLinearArrowProcess#1"/>
    <dgm:cxn modelId="{6AF7FF9B-B260-4ACA-BC93-F9C5B19FC491}" type="presParOf" srcId="{84461658-90B3-41D2-9662-B24333652A82}" destId="{34FD68ED-A4FA-4D13-831B-83DA37793199}" srcOrd="0" destOrd="0" presId="urn:microsoft.com/office/officeart/2024/layout/NumberedLinearArrowProcess#1"/>
    <dgm:cxn modelId="{2F359E50-2435-4AC3-A2CB-E4BCFE1980A2}" type="presParOf" srcId="{84461658-90B3-41D2-9662-B24333652A82}" destId="{6268D8AB-7902-4475-AD97-9657B8D2AE60}" srcOrd="1" destOrd="0" presId="urn:microsoft.com/office/officeart/2024/layout/NumberedLinearArrowProcess#1"/>
    <dgm:cxn modelId="{511A842B-6490-483E-BE00-9CBFA6DE5A5D}" type="presParOf" srcId="{84461658-90B3-41D2-9662-B24333652A82}" destId="{E0347F51-4E30-43B8-9B7D-70B034646B40}" srcOrd="2" destOrd="0" presId="urn:microsoft.com/office/officeart/2024/layout/NumberedLinearArrowProcess#1"/>
    <dgm:cxn modelId="{41317C73-1F35-4C78-B13E-1739F9E27EE7}" type="presParOf" srcId="{84461658-90B3-41D2-9662-B24333652A82}" destId="{FB07A685-F3C0-4A89-9EE5-7787D43C8380}" srcOrd="3" destOrd="0" presId="urn:microsoft.com/office/officeart/2024/layout/NumberedLinearArrowProcess#1"/>
    <dgm:cxn modelId="{84132BB4-E4CD-456C-975E-DD3B51434E8D}" type="presParOf" srcId="{84461658-90B3-41D2-9662-B24333652A82}" destId="{D2A1DF53-9AB3-4D58-A323-26085B22BD50}" srcOrd="4" destOrd="0" presId="urn:microsoft.com/office/officeart/2024/layout/NumberedLinearArrowProcess#1"/>
    <dgm:cxn modelId="{526A169D-B1AA-465B-813E-9C1BE0421211}" type="presParOf" srcId="{9B58A3E1-76A1-4105-9DF7-BCE021C5DF0C}" destId="{60A53BE6-F7C6-44E1-A8CE-C11E82D0C679}" srcOrd="2" destOrd="0" presId="urn:microsoft.com/office/officeart/2024/layout/NumberedLinearArrow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A2DF3E-105A-48C0-88C0-FF0A836605B1}">
      <dsp:nvSpPr>
        <dsp:cNvPr id="0" name=""/>
        <dsp:cNvSpPr/>
      </dsp:nvSpPr>
      <dsp:spPr>
        <a:xfrm>
          <a:off x="2700" y="474212"/>
          <a:ext cx="2142751" cy="1285651"/>
        </a:xfrm>
        <a:prstGeom prst="rect">
          <a:avLst/>
        </a:prstGeom>
        <a:solidFill>
          <a:schemeClr val="accent1">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Mode</a:t>
          </a:r>
          <a:endParaRPr lang="en-GB" sz="3000" kern="1200" dirty="0"/>
        </a:p>
      </dsp:txBody>
      <dsp:txXfrm>
        <a:off x="2700" y="474212"/>
        <a:ext cx="2142751" cy="1285651"/>
      </dsp:txXfrm>
    </dsp:sp>
    <dsp:sp modelId="{C543941B-D0B6-4DB5-86AA-0662BA85E1F1}">
      <dsp:nvSpPr>
        <dsp:cNvPr id="0" name=""/>
        <dsp:cNvSpPr/>
      </dsp:nvSpPr>
      <dsp:spPr>
        <a:xfrm>
          <a:off x="2359728" y="474212"/>
          <a:ext cx="2142751" cy="12856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Time</a:t>
          </a:r>
          <a:endParaRPr lang="en-GB" sz="3000" kern="1200" dirty="0"/>
        </a:p>
      </dsp:txBody>
      <dsp:txXfrm>
        <a:off x="2359728" y="474212"/>
        <a:ext cx="2142751" cy="1285651"/>
      </dsp:txXfrm>
    </dsp:sp>
    <dsp:sp modelId="{1B4F3A9A-C37C-4A12-9A9F-52EA661B95F3}">
      <dsp:nvSpPr>
        <dsp:cNvPr id="0" name=""/>
        <dsp:cNvSpPr/>
      </dsp:nvSpPr>
      <dsp:spPr>
        <a:xfrm>
          <a:off x="4716755" y="474212"/>
          <a:ext cx="2142751" cy="12856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Route</a:t>
          </a:r>
          <a:endParaRPr lang="en-GB" sz="3000" kern="1200" dirty="0"/>
        </a:p>
      </dsp:txBody>
      <dsp:txXfrm>
        <a:off x="4716755" y="474212"/>
        <a:ext cx="2142751" cy="1285651"/>
      </dsp:txXfrm>
    </dsp:sp>
    <dsp:sp modelId="{A62CBEEF-B2C8-42ED-876C-AB2953435174}">
      <dsp:nvSpPr>
        <dsp:cNvPr id="0" name=""/>
        <dsp:cNvSpPr/>
      </dsp:nvSpPr>
      <dsp:spPr>
        <a:xfrm>
          <a:off x="7073782" y="474212"/>
          <a:ext cx="2142751" cy="12856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Destination</a:t>
          </a:r>
          <a:endParaRPr lang="en-GB" sz="3000" kern="1200" dirty="0"/>
        </a:p>
      </dsp:txBody>
      <dsp:txXfrm>
        <a:off x="7073782" y="474212"/>
        <a:ext cx="2142751" cy="12856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26C97C-F27F-42D4-B19F-D72F18BCBC6D}">
      <dsp:nvSpPr>
        <dsp:cNvPr id="0" name=""/>
        <dsp:cNvSpPr/>
      </dsp:nvSpPr>
      <dsp:spPr>
        <a:xfrm>
          <a:off x="1556364" y="773175"/>
          <a:ext cx="990413" cy="71"/>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D3A63B-305B-49BB-93C5-FD83E727B80E}">
      <dsp:nvSpPr>
        <dsp:cNvPr id="0" name=""/>
        <dsp:cNvSpPr/>
      </dsp:nvSpPr>
      <dsp:spPr>
        <a:xfrm>
          <a:off x="2461885" y="657755"/>
          <a:ext cx="130168" cy="244418"/>
        </a:xfrm>
        <a:prstGeom prst="chevron">
          <a:avLst>
            <a:gd name="adj" fmla="val 9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922" tIns="165100" rIns="44922" bIns="165100" numCol="1" spcCol="1270" anchor="t" anchorCtr="0">
          <a:noAutofit/>
        </a:bodyPr>
        <a:lstStyle/>
        <a:p>
          <a:pPr marL="0" lvl="0" indent="0" algn="ctr" defTabSz="711200">
            <a:lnSpc>
              <a:spcPct val="90000"/>
            </a:lnSpc>
            <a:spcBef>
              <a:spcPct val="0"/>
            </a:spcBef>
            <a:spcAft>
              <a:spcPct val="35000"/>
            </a:spcAft>
            <a:buNone/>
          </a:pPr>
          <a:r>
            <a:rPr lang="en-US" sz="1600" b="1" kern="1200" dirty="0"/>
            <a:t>Synthetic population</a:t>
          </a:r>
        </a:p>
        <a:p>
          <a:pPr marL="0" lvl="0" indent="0" algn="ctr" defTabSz="711200">
            <a:lnSpc>
              <a:spcPct val="90000"/>
            </a:lnSpc>
            <a:spcBef>
              <a:spcPct val="0"/>
            </a:spcBef>
            <a:spcAft>
              <a:spcPct val="35000"/>
            </a:spcAft>
            <a:buNone/>
          </a:pPr>
          <a:r>
            <a:rPr lang="en-US" sz="1400" kern="1200" dirty="0"/>
            <a:t>Population with demographics, activity plans, and activity locations derived from National Travel Survey and UK Census data</a:t>
          </a:r>
        </a:p>
      </dsp:txBody>
      <dsp:txXfrm>
        <a:off x="193469" y="1777965"/>
        <a:ext cx="2442813" cy="1670836"/>
      </dsp:txXfrm>
    </dsp:sp>
    <dsp:sp modelId="{08FAA05A-0FA4-4841-8F64-AD0694899590}">
      <dsp:nvSpPr>
        <dsp:cNvPr id="0" name=""/>
        <dsp:cNvSpPr/>
      </dsp:nvSpPr>
      <dsp:spPr>
        <a:xfrm>
          <a:off x="1009429" y="367764"/>
          <a:ext cx="810893" cy="810893"/>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467" tIns="31467" rIns="31467" bIns="31467" numCol="1" spcCol="1270" anchor="ctr" anchorCtr="0">
          <a:noAutofit/>
        </a:bodyPr>
        <a:lstStyle/>
        <a:p>
          <a:pPr marL="0" lvl="0" indent="0" algn="ctr" defTabSz="1600200">
            <a:lnSpc>
              <a:spcPct val="90000"/>
            </a:lnSpc>
            <a:spcBef>
              <a:spcPct val="0"/>
            </a:spcBef>
            <a:spcAft>
              <a:spcPct val="35000"/>
            </a:spcAft>
            <a:buNone/>
          </a:pPr>
          <a:r>
            <a:rPr sz="3600" kern="1200"/>
            <a:t>1</a:t>
          </a:r>
        </a:p>
      </dsp:txBody>
      <dsp:txXfrm>
        <a:off x="1128182" y="486517"/>
        <a:ext cx="573387" cy="573387"/>
      </dsp:txXfrm>
    </dsp:sp>
    <dsp:sp modelId="{FED53E22-8844-4A94-9785-7C610B3499B3}">
      <dsp:nvSpPr>
        <dsp:cNvPr id="0" name=""/>
        <dsp:cNvSpPr/>
      </dsp:nvSpPr>
      <dsp:spPr>
        <a:xfrm>
          <a:off x="1414840" y="1250637"/>
          <a:ext cx="72" cy="47525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CFAE657-6B75-4C41-924D-ED0343DCA274}">
      <dsp:nvSpPr>
        <dsp:cNvPr id="0" name=""/>
        <dsp:cNvSpPr/>
      </dsp:nvSpPr>
      <dsp:spPr>
        <a:xfrm>
          <a:off x="141487" y="1725983"/>
          <a:ext cx="2546777" cy="177480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922" tIns="165100" rIns="44922" bIns="165100" numCol="1" spcCol="1270" anchor="t" anchorCtr="0">
          <a:noAutofit/>
        </a:bodyPr>
        <a:lstStyle/>
        <a:p>
          <a:pPr marL="0" lvl="0" indent="0" algn="ctr" defTabSz="711200">
            <a:lnSpc>
              <a:spcPct val="90000"/>
            </a:lnSpc>
            <a:spcBef>
              <a:spcPct val="0"/>
            </a:spcBef>
            <a:spcAft>
              <a:spcPct val="35000"/>
            </a:spcAft>
            <a:buNone/>
          </a:pPr>
          <a:r>
            <a:rPr lang="en-US" sz="1600" b="1" kern="1200" dirty="0"/>
            <a:t>Synthetic population</a:t>
          </a:r>
        </a:p>
        <a:p>
          <a:pPr marL="0" lvl="0" indent="0" algn="ctr" defTabSz="711200">
            <a:lnSpc>
              <a:spcPct val="90000"/>
            </a:lnSpc>
            <a:spcBef>
              <a:spcPct val="0"/>
            </a:spcBef>
            <a:spcAft>
              <a:spcPct val="35000"/>
            </a:spcAft>
            <a:buNone/>
          </a:pPr>
          <a:r>
            <a:rPr lang="en-US" sz="1400" kern="1200" dirty="0"/>
            <a:t>Population with demographics, activity plans, and activity locations derived from National Travel Survey and UK Census data</a:t>
          </a:r>
        </a:p>
      </dsp:txBody>
      <dsp:txXfrm>
        <a:off x="193469" y="1777965"/>
        <a:ext cx="2442813" cy="1670836"/>
      </dsp:txXfrm>
    </dsp:sp>
    <dsp:sp modelId="{A2A60DD8-189E-4E23-9514-E4C38978B125}">
      <dsp:nvSpPr>
        <dsp:cNvPr id="0" name=""/>
        <dsp:cNvSpPr/>
      </dsp:nvSpPr>
      <dsp:spPr>
        <a:xfrm>
          <a:off x="2829753" y="773127"/>
          <a:ext cx="2546777" cy="71"/>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A8B971-15F9-43EF-913D-C6DD4B3B24C9}">
      <dsp:nvSpPr>
        <dsp:cNvPr id="0" name=""/>
        <dsp:cNvSpPr/>
      </dsp:nvSpPr>
      <dsp:spPr>
        <a:xfrm>
          <a:off x="5291638" y="657707"/>
          <a:ext cx="130168" cy="244461"/>
        </a:xfrm>
        <a:prstGeom prst="chevron">
          <a:avLst>
            <a:gd name="adj" fmla="val 9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922" tIns="165100" rIns="44922" bIns="165100" numCol="1" spcCol="1270" anchor="t" anchorCtr="0">
          <a:noAutofit/>
        </a:bodyPr>
        <a:lstStyle/>
        <a:p>
          <a:pPr marL="0" lvl="0" indent="0" algn="ctr" defTabSz="711200">
            <a:lnSpc>
              <a:spcPct val="90000"/>
            </a:lnSpc>
            <a:spcBef>
              <a:spcPct val="0"/>
            </a:spcBef>
            <a:spcAft>
              <a:spcPct val="35000"/>
            </a:spcAft>
            <a:buNone/>
          </a:pPr>
          <a:r>
            <a:rPr lang="en-US" sz="1600" b="1" kern="1200" dirty="0"/>
            <a:t>Network simulation</a:t>
          </a:r>
        </a:p>
        <a:p>
          <a:pPr marL="0" lvl="0" indent="0" algn="ctr" defTabSz="711200">
            <a:lnSpc>
              <a:spcPct val="90000"/>
            </a:lnSpc>
            <a:spcBef>
              <a:spcPct val="0"/>
            </a:spcBef>
            <a:spcAft>
              <a:spcPct val="35000"/>
            </a:spcAft>
            <a:buNone/>
          </a:pPr>
          <a:r>
            <a:rPr lang="en-GB" sz="1400" kern="1200" dirty="0"/>
            <a:t>Agents complete activity plans in shared, congested network. Network includes real road and rail provision, PT services, and vehicle fleet</a:t>
          </a:r>
        </a:p>
      </dsp:txBody>
      <dsp:txXfrm>
        <a:off x="3023222" y="1777965"/>
        <a:ext cx="2442813" cy="1670836"/>
      </dsp:txXfrm>
    </dsp:sp>
    <dsp:sp modelId="{266B0E11-23DE-440B-AB72-49684F706E7D}">
      <dsp:nvSpPr>
        <dsp:cNvPr id="0" name=""/>
        <dsp:cNvSpPr/>
      </dsp:nvSpPr>
      <dsp:spPr>
        <a:xfrm>
          <a:off x="3839183" y="367716"/>
          <a:ext cx="810893" cy="810893"/>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467" tIns="31467" rIns="31467" bIns="31467" numCol="1" spcCol="1270" anchor="ctr" anchorCtr="0">
          <a:noAutofit/>
        </a:bodyPr>
        <a:lstStyle/>
        <a:p>
          <a:pPr marL="0" lvl="0" indent="0" algn="ctr" defTabSz="1600200">
            <a:lnSpc>
              <a:spcPct val="90000"/>
            </a:lnSpc>
            <a:spcBef>
              <a:spcPct val="0"/>
            </a:spcBef>
            <a:spcAft>
              <a:spcPct val="35000"/>
            </a:spcAft>
            <a:buNone/>
          </a:pPr>
          <a:r>
            <a:rPr sz="3600" kern="1200"/>
            <a:t>2</a:t>
          </a:r>
        </a:p>
      </dsp:txBody>
      <dsp:txXfrm>
        <a:off x="3957936" y="486469"/>
        <a:ext cx="573387" cy="573387"/>
      </dsp:txXfrm>
    </dsp:sp>
    <dsp:sp modelId="{F7991B8A-4BEB-47F7-8B7F-C0FBA710D8B0}">
      <dsp:nvSpPr>
        <dsp:cNvPr id="0" name=""/>
        <dsp:cNvSpPr/>
      </dsp:nvSpPr>
      <dsp:spPr>
        <a:xfrm>
          <a:off x="4244593" y="1250601"/>
          <a:ext cx="72" cy="47534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5706FAE-5AF8-486C-B1FF-6170CAD2FF81}">
      <dsp:nvSpPr>
        <dsp:cNvPr id="0" name=""/>
        <dsp:cNvSpPr/>
      </dsp:nvSpPr>
      <dsp:spPr>
        <a:xfrm>
          <a:off x="2971240" y="1725983"/>
          <a:ext cx="2546777" cy="177480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922" tIns="165100" rIns="44922" bIns="165100" numCol="1" spcCol="1270" anchor="t" anchorCtr="0">
          <a:noAutofit/>
        </a:bodyPr>
        <a:lstStyle/>
        <a:p>
          <a:pPr marL="0" lvl="0" indent="0" algn="ctr" defTabSz="711200">
            <a:lnSpc>
              <a:spcPct val="90000"/>
            </a:lnSpc>
            <a:spcBef>
              <a:spcPct val="0"/>
            </a:spcBef>
            <a:spcAft>
              <a:spcPct val="35000"/>
            </a:spcAft>
            <a:buNone/>
          </a:pPr>
          <a:r>
            <a:rPr lang="en-US" sz="1600" b="1" kern="1200" dirty="0"/>
            <a:t>Network simulation</a:t>
          </a:r>
        </a:p>
        <a:p>
          <a:pPr marL="0" lvl="0" indent="0" algn="ctr" defTabSz="711200">
            <a:lnSpc>
              <a:spcPct val="90000"/>
            </a:lnSpc>
            <a:spcBef>
              <a:spcPct val="0"/>
            </a:spcBef>
            <a:spcAft>
              <a:spcPct val="35000"/>
            </a:spcAft>
            <a:buNone/>
          </a:pPr>
          <a:r>
            <a:rPr lang="en-GB" sz="1400" kern="1200" dirty="0"/>
            <a:t>Agents complete activity plans in shared, congested network. Network includes real road and rail provision, PT services, and vehicle fleet</a:t>
          </a:r>
        </a:p>
      </dsp:txBody>
      <dsp:txXfrm>
        <a:off x="3023222" y="1777965"/>
        <a:ext cx="2442813" cy="1670836"/>
      </dsp:txXfrm>
    </dsp:sp>
    <dsp:sp modelId="{E1627461-46A0-41AC-8532-EF22C6D15F24}">
      <dsp:nvSpPr>
        <dsp:cNvPr id="0" name=""/>
        <dsp:cNvSpPr/>
      </dsp:nvSpPr>
      <dsp:spPr>
        <a:xfrm>
          <a:off x="5659506" y="773107"/>
          <a:ext cx="2546777" cy="71"/>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9E6413-4D72-4286-9CEE-5106D87D23F6}">
      <dsp:nvSpPr>
        <dsp:cNvPr id="0" name=""/>
        <dsp:cNvSpPr/>
      </dsp:nvSpPr>
      <dsp:spPr>
        <a:xfrm>
          <a:off x="8121391" y="657687"/>
          <a:ext cx="130168" cy="244478"/>
        </a:xfrm>
        <a:prstGeom prst="chevron">
          <a:avLst>
            <a:gd name="adj" fmla="val 9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922" tIns="165100" rIns="44922" bIns="165100" numCol="1" spcCol="1270" anchor="t" anchorCtr="0">
          <a:noAutofit/>
        </a:bodyPr>
        <a:lstStyle/>
        <a:p>
          <a:pPr marL="0" lvl="0" indent="0" algn="ctr" defTabSz="711200">
            <a:lnSpc>
              <a:spcPct val="90000"/>
            </a:lnSpc>
            <a:spcBef>
              <a:spcPct val="0"/>
            </a:spcBef>
            <a:spcAft>
              <a:spcPct val="35000"/>
            </a:spcAft>
            <a:buNone/>
          </a:pPr>
          <a:r>
            <a:rPr lang="en-US" sz="1600" b="1" kern="1200" dirty="0"/>
            <a:t>Innovation and scoring</a:t>
          </a:r>
        </a:p>
        <a:p>
          <a:pPr marL="0" lvl="0" indent="0" algn="ctr" defTabSz="711200">
            <a:lnSpc>
              <a:spcPct val="90000"/>
            </a:lnSpc>
            <a:spcBef>
              <a:spcPct val="0"/>
            </a:spcBef>
            <a:spcAft>
              <a:spcPct val="35000"/>
            </a:spcAft>
            <a:buNone/>
          </a:pPr>
          <a:r>
            <a:rPr lang="en-GB" sz="1400" kern="1200" dirty="0"/>
            <a:t>Some agents “innovate” by randomly mutating their plans. All attempted plans are scored by utility (according to distance, duration, etc)</a:t>
          </a:r>
        </a:p>
      </dsp:txBody>
      <dsp:txXfrm>
        <a:off x="5852976" y="1777965"/>
        <a:ext cx="2442813" cy="1670836"/>
      </dsp:txXfrm>
    </dsp:sp>
    <dsp:sp modelId="{739FC2BD-A282-476F-AFF8-4462D7923B14}">
      <dsp:nvSpPr>
        <dsp:cNvPr id="0" name=""/>
        <dsp:cNvSpPr/>
      </dsp:nvSpPr>
      <dsp:spPr>
        <a:xfrm>
          <a:off x="6668936" y="367697"/>
          <a:ext cx="810893" cy="810893"/>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467" tIns="31467" rIns="31467" bIns="31467" numCol="1" spcCol="1270" anchor="ctr" anchorCtr="0">
          <a:noAutofit/>
        </a:bodyPr>
        <a:lstStyle/>
        <a:p>
          <a:pPr marL="0" lvl="0" indent="0" algn="ctr" defTabSz="1600200">
            <a:lnSpc>
              <a:spcPct val="90000"/>
            </a:lnSpc>
            <a:spcBef>
              <a:spcPct val="0"/>
            </a:spcBef>
            <a:spcAft>
              <a:spcPct val="35000"/>
            </a:spcAft>
            <a:buNone/>
          </a:pPr>
          <a:r>
            <a:rPr sz="3600" kern="1200"/>
            <a:t>3</a:t>
          </a:r>
        </a:p>
      </dsp:txBody>
      <dsp:txXfrm>
        <a:off x="6787689" y="486450"/>
        <a:ext cx="573387" cy="573387"/>
      </dsp:txXfrm>
    </dsp:sp>
    <dsp:sp modelId="{9718E8BE-D08F-438D-9A1C-7169914575E5}">
      <dsp:nvSpPr>
        <dsp:cNvPr id="0" name=""/>
        <dsp:cNvSpPr/>
      </dsp:nvSpPr>
      <dsp:spPr>
        <a:xfrm>
          <a:off x="7074347" y="1250587"/>
          <a:ext cx="72" cy="47537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BCCD0F-3968-4DDA-9122-F536288AB16C}">
      <dsp:nvSpPr>
        <dsp:cNvPr id="0" name=""/>
        <dsp:cNvSpPr/>
      </dsp:nvSpPr>
      <dsp:spPr>
        <a:xfrm>
          <a:off x="5800994" y="1725983"/>
          <a:ext cx="2546777" cy="177480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922" tIns="165100" rIns="44922" bIns="165100" numCol="1" spcCol="1270" anchor="t" anchorCtr="0">
          <a:noAutofit/>
        </a:bodyPr>
        <a:lstStyle/>
        <a:p>
          <a:pPr marL="0" lvl="0" indent="0" algn="ctr" defTabSz="711200">
            <a:lnSpc>
              <a:spcPct val="90000"/>
            </a:lnSpc>
            <a:spcBef>
              <a:spcPct val="0"/>
            </a:spcBef>
            <a:spcAft>
              <a:spcPct val="35000"/>
            </a:spcAft>
            <a:buNone/>
          </a:pPr>
          <a:r>
            <a:rPr lang="en-US" sz="1600" b="1" kern="1200" dirty="0"/>
            <a:t>Innovation and scoring</a:t>
          </a:r>
        </a:p>
        <a:p>
          <a:pPr marL="0" lvl="0" indent="0" algn="ctr" defTabSz="711200">
            <a:lnSpc>
              <a:spcPct val="90000"/>
            </a:lnSpc>
            <a:spcBef>
              <a:spcPct val="0"/>
            </a:spcBef>
            <a:spcAft>
              <a:spcPct val="35000"/>
            </a:spcAft>
            <a:buNone/>
          </a:pPr>
          <a:r>
            <a:rPr lang="en-GB" sz="1400" kern="1200" dirty="0"/>
            <a:t>Some agents “innovate” by randomly mutating their plans. All attempted plans are scored by utility (according to distance, duration, etc)</a:t>
          </a:r>
        </a:p>
      </dsp:txBody>
      <dsp:txXfrm>
        <a:off x="5852976" y="1777965"/>
        <a:ext cx="2442813" cy="1670836"/>
      </dsp:txXfrm>
    </dsp:sp>
    <dsp:sp modelId="{34FD68ED-A4FA-4D13-831B-83DA37793199}">
      <dsp:nvSpPr>
        <dsp:cNvPr id="0" name=""/>
        <dsp:cNvSpPr/>
      </dsp:nvSpPr>
      <dsp:spPr>
        <a:xfrm>
          <a:off x="8489259" y="773086"/>
          <a:ext cx="1414876" cy="71"/>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347F51-4E30-43B8-9B7D-70B034646B40}">
      <dsp:nvSpPr>
        <dsp:cNvPr id="0" name=""/>
        <dsp:cNvSpPr/>
      </dsp:nvSpPr>
      <dsp:spPr>
        <a:xfrm>
          <a:off x="9498689" y="367676"/>
          <a:ext cx="810893" cy="810893"/>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467" tIns="31467" rIns="31467" bIns="31467" numCol="1" spcCol="1270" anchor="ctr" anchorCtr="0">
          <a:noAutofit/>
        </a:bodyPr>
        <a:lstStyle/>
        <a:p>
          <a:pPr marL="0" lvl="0" indent="0" algn="ctr" defTabSz="1600200">
            <a:lnSpc>
              <a:spcPct val="90000"/>
            </a:lnSpc>
            <a:spcBef>
              <a:spcPct val="0"/>
            </a:spcBef>
            <a:spcAft>
              <a:spcPct val="35000"/>
            </a:spcAft>
            <a:buNone/>
          </a:pPr>
          <a:r>
            <a:rPr lang="en-GB" sz="3600" kern="1200"/>
            <a:t>4</a:t>
          </a:r>
        </a:p>
      </dsp:txBody>
      <dsp:txXfrm>
        <a:off x="9617442" y="486429"/>
        <a:ext cx="573387" cy="573387"/>
      </dsp:txXfrm>
    </dsp:sp>
    <dsp:sp modelId="{D2A1DF53-9AB3-4D58-A323-26085B22BD50}">
      <dsp:nvSpPr>
        <dsp:cNvPr id="0" name=""/>
        <dsp:cNvSpPr/>
      </dsp:nvSpPr>
      <dsp:spPr>
        <a:xfrm>
          <a:off x="9904100" y="1250568"/>
          <a:ext cx="72" cy="47538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0A53BE6-F7C6-44E1-A8CE-C11E82D0C679}">
      <dsp:nvSpPr>
        <dsp:cNvPr id="0" name=""/>
        <dsp:cNvSpPr/>
      </dsp:nvSpPr>
      <dsp:spPr>
        <a:xfrm>
          <a:off x="8630747" y="1725957"/>
          <a:ext cx="2546777" cy="177480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922" tIns="165100" rIns="44922" bIns="165100" numCol="1" spcCol="1270" anchor="t" anchorCtr="0">
          <a:noAutofit/>
        </a:bodyPr>
        <a:lstStyle/>
        <a:p>
          <a:pPr marL="0" lvl="0" indent="0" algn="ctr" defTabSz="711200">
            <a:lnSpc>
              <a:spcPct val="90000"/>
            </a:lnSpc>
            <a:spcBef>
              <a:spcPct val="0"/>
            </a:spcBef>
            <a:spcAft>
              <a:spcPct val="35000"/>
            </a:spcAft>
            <a:buNone/>
          </a:pPr>
          <a:r>
            <a:rPr lang="en-US" sz="1600" b="1" kern="1200" dirty="0"/>
            <a:t>Repeated iterations</a:t>
          </a:r>
        </a:p>
        <a:p>
          <a:pPr marL="0" lvl="0" indent="0" algn="ctr" defTabSz="711200">
            <a:lnSpc>
              <a:spcPct val="90000"/>
            </a:lnSpc>
            <a:spcBef>
              <a:spcPct val="0"/>
            </a:spcBef>
            <a:spcAft>
              <a:spcPct val="35000"/>
            </a:spcAft>
            <a:buNone/>
          </a:pPr>
          <a:r>
            <a:rPr lang="en-GB" sz="1400" kern="1200" dirty="0"/>
            <a:t>Simulation iterated hundreds of times to reach equilibrium where no agent can improve given the rest of the network</a:t>
          </a:r>
        </a:p>
      </dsp:txBody>
      <dsp:txXfrm>
        <a:off x="8682729" y="1777939"/>
        <a:ext cx="2442813" cy="167083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24/layout/NumberedLinearArrowProcess#1">
  <dgm:title val=""/>
  <dgm:desc val=""/>
  <dgm:catLst>
    <dgm:cat type="process" pri="1700"/>
  </dgm:catLst>
  <dgm:sampData>
    <dgm:dataModel>
      <dgm:ptLst>
        <dgm:pt modelId="0" type="doc"/>
        <dgm:pt modelId="1">
          <dgm:prSet phldr="1"/>
        </dgm:pt>
        <dgm:pt modelId="2">
          <dgm:prSet phldr="1"/>
        </dgm:pt>
        <dgm:pt modelId="3">
          <dgm:prSet phldr="1"/>
        </dgm:pt>
        <dgm:pt modelId="101" type="sibTrans" cxnId="{D0DDD9EE-C952-4475-BC8B-E4DC4D062172}">
          <dgm:prSet phldrT="1"/>
          <dgm:t>
            <a:bodyPr/>
            <a:lstStyle/>
            <a:p>
              <a:r>
                <a:t>1</a:t>
              </a:r>
            </a:p>
          </dgm:t>
        </dgm:pt>
        <dgm:pt modelId="201" type="sibTrans" cxnId="{F13362EE-B77A-423E-BCA3-2449B8A4FBA5}">
          <dgm:prSet phldrT="2"/>
          <dgm:t>
            <a:bodyPr/>
            <a:lstStyle/>
            <a:p>
              <a:r>
                <a:t>2</a:t>
              </a:r>
            </a:p>
          </dgm:t>
        </dgm:pt>
        <dgm:pt modelId="301" type="sibTrans" cxnId="{0C478944-177B-460E-A8FA-A248A70D949F}">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Lst>
      <dgm:bg/>
      <dgm:whole/>
    </dgm:dataModel>
  </dgm:sampData>
  <dgm:style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43" srcId="4" destId="41" srcOrd="0" destOrd="0"/>
      </dgm:cxnLst>
      <dgm:bg/>
      <dgm:whole/>
    </dgm:dataModel>
  </dgm:clrData>
  <dgm:layoutNode name="linearFlow">
    <dgm:varLst>
      <dgm:dir/>
      <dgm:animLvl val="lvl"/>
      <dgm:resizeHandles val="exact"/>
    </dgm:varLst>
    <dgm:choose name="dirChoose">
      <dgm:if name="dirNorm" func="var" arg="dir" op="equ" val="norm">
        <dgm:alg type="lin">
          <dgm:param type="linDir" val="fromL"/>
          <dgm:param type="nodeVertAlign" val="t"/>
        </dgm:alg>
      </dgm:if>
      <dgm:else name="dirRev">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9"/>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1.7"/>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ctrX" for="ch" forName="nodeText" refType="w" fact="0.5"/>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ctrX" for="ch" forName="nodeText" refType="w" fact="0.5"/>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ifMoreThanOneNode">
                  <dgm:choose name="firstNodeDirChoose">
                    <dgm:if name="firstNodeDirNorm" func="var" arg="dir" op="equ" val="norm">
                      <dgm:constrLst>
                        <dgm:constr type="h"/>
                        <dgm:constr type="h" for="ch" forName="lineNode" val="0.002"/>
                        <dgm:constr type="w" for="ch" forName="lineNode" refType="w" fact="0.35"/>
                        <dgm:constr type="l" for="ch" forName="lineNode" refType="w" fact="0.55"/>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firstNodeDirRev">
                      <dgm:constrLst>
                        <dgm:constr type="h"/>
                        <dgm:constr type="h" for="ch" forName="lineNode" val="0.002"/>
                        <dgm:constr type="w" for="ch" forName="lineNode" refType="w" fact="0.35"/>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if>
            <dgm:if name="ifLastNode" axis="self" ptType="node" func="revPos" op="equ" val="1">
              <dgm:choose name="lastNodeDirChoose">
                <dgm:if name="lastNodeDirNorm" func="var" arg="dir" op="equ" val="norm">
                  <dgm:constrLst>
                    <dgm:constr type="h"/>
                    <dgm:constr type="h" for="ch" forName="lineNode" val="0.002"/>
                    <dgm:constr type="w"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lastNodeDirRev">
                  <dgm:constrLst>
                    <dgm:constr type="h"/>
                    <dgm:constr type="h" for="ch" forName="lineNode" val="0.002"/>
                    <dgm:constr type="w" for="ch" forName="lineNode" refType="w" fact="0.5"/>
                    <dgm:constr type="l"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if>
            <dgm:else name="allOtherNodes">
              <dgm:choose name="middleNodeDirChoose">
                <dgm:if name="middleNodeDirNorm" func="var" arg="dir" op="equ" val="norm">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middleNodeDirRev">
                  <dgm:constrLst>
                    <dgm:constr type="h"/>
                    <dgm:constr type="h" for="ch" forName="lineNode" val="0.002"/>
                    <dgm:constr type="w" for="ch" forName="lineNode" refType="w" fact="0.9"/>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layoutNode name="lineNode" styleLbl="alignNode1">
            <dgm:alg type="sp"/>
            <dgm:shape xmlns:r="http://schemas.openxmlformats.org/officeDocument/2006/relationships" type="rect" r:blip="">
              <dgm:adjLst/>
            </dgm:shape>
            <dgm:presOf/>
            <dgm:constrLst/>
            <dgm:ruleLst/>
          </dgm:layoutNode>
          <dgm:layoutNode name="lineArrowNode" styleLbl="alignNode1">
            <dgm:alg type="sp"/>
            <dgm:choose name="arrowDirChoose">
              <dgm:if name="arrowNorm" func="var" arg="dir" op="equ" val="norm">
                <dgm:shape xmlns:r="http://schemas.openxmlformats.org/officeDocument/2006/relationships" type="chevron" r:blip="">
                  <dgm:adjLst>
                    <dgm:adj idx="1" val="0.9"/>
                  </dgm:adjLst>
                </dgm:shape>
              </dgm:if>
              <dgm:else name="arrowRev">
                <dgm:shape xmlns:r="http://schemas.openxmlformats.org/officeDocument/2006/relationships" rot="180" type="chevron" r:blip="">
                  <dgm:adjLst>
                    <dgm:adj idx="1" val="0.9"/>
                  </dgm:adjLst>
                </dgm:shape>
              </dgm:else>
            </dgm:choose>
            <dgm:presOf axis="self" ptType="node"/>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layoutNode name="verticalConnector" styleLbl="alignAccFollowNode1">
              <dgm:alg type="sp"/>
              <dgm:shape xmlns:r="http://schemas.openxmlformats.org/officeDocument/2006/relationships" type="rect" r:blip="">
                <dgm:adjLst/>
              </dgm:shape>
              <dgm:presOf/>
              <dgm:constrLst/>
              <dgm:ruleLst/>
            </dgm:layoutNode>
          </dgm:forEach>
          <dgm:presOf/>
          <dgm:ruleLst/>
        </dgm:layoutNode>
        <dgm:layoutNode name="nodeText" styleLbl="fgAcc1">
          <dgm:varLst>
            <dgm:bulletEnabled val="1"/>
          </dgm:varLst>
          <dgm:alg type="tx">
            <dgm:param type="parTxLTRAlign" val="ctr"/>
            <dgm:param type="parTxRTLAlign" val="r"/>
            <dgm:param type="txAnchorVert" val="t"/>
          </dgm:alg>
          <dgm:shape xmlns:r="http://schemas.openxmlformats.org/officeDocument/2006/relationships" type="roundRect" r:blip="">
            <dgm:adjLst>
              <dgm:adj idx="1" val="0.1"/>
            </dgm:adjLst>
          </dgm:shape>
          <dgm:presOf axis="desOrSelf" ptType="node"/>
          <dgm:constrLst>
            <dgm:constr type="secFontSz" val="16"/>
            <dgm:constr type="primFontSz" val="18"/>
            <dgm:constr type="h"/>
            <dgm:constr type="tMarg" val="13"/>
            <dgm:constr type="lMarg" refType="w" fact="0.05"/>
            <dgm:constr type="rMarg" refType="w" fact="0.05"/>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395007-F5DB-4E04-B710-631734E930FD}" type="datetimeFigureOut">
              <a:rPr lang="en-GB" smtClean="0"/>
              <a:t>06/09/2026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DC0D26-7393-4E82-8D88-2E0F492568A0}" type="slidenum">
              <a:rPr lang="en-GB" smtClean="0"/>
              <a:t>‹#›</a:t>
            </a:fld>
            <a:endParaRPr lang="en-GB"/>
          </a:p>
        </p:txBody>
      </p:sp>
    </p:spTree>
    <p:extLst>
      <p:ext uri="{BB962C8B-B14F-4D97-AF65-F5344CB8AC3E}">
        <p14:creationId xmlns:p14="http://schemas.microsoft.com/office/powerpoint/2010/main" val="2379271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Morning everyone. I’m Maria, I’m a PhD student at UCL. Today I’m going to present on current and ongoing work I’m doing around assessing and quantifying transport flexibility, and how this might impact policy or planning in the future. Since this is work in progress, I’ll be focusing on concept, methods, and a few preliminary results at the end. I really welcome comments, thoughts, and questions!</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80DC0D26-7393-4E82-8D88-2E0F492568A0}" type="slidenum">
              <a:rPr lang="en-GB" smtClean="0"/>
              <a:t>1</a:t>
            </a:fld>
            <a:endParaRPr lang="en-GB"/>
          </a:p>
        </p:txBody>
      </p:sp>
    </p:spTree>
    <p:extLst>
      <p:ext uri="{BB962C8B-B14F-4D97-AF65-F5344CB8AC3E}">
        <p14:creationId xmlns:p14="http://schemas.microsoft.com/office/powerpoint/2010/main" val="2148652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7A9A3-6BC7-8D63-8C43-F9905D7C7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6096B0-8216-EB90-019F-F28EBE4F90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B0EED-52E6-660A-FE5C-10FC200482E2}"/>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The answer to all of these issues is multimodality, i.e., the ability to switch from one mode to another for a given trip easily and smoothly. This is what I mean by flexibility in the present work: the ability to change travel plans and still manage to achieve daily goals. In this way, flexible individuals at once use lower-carbon transport, experience reduced car dependence, and are resilient and adaptable. Flexibility also applies to other dimensions of travel, such as temporal flexibility, route, or destination. But for the purposes of this study, we focus on modal flexibility.</a:t>
            </a: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F2BBBFD-3E86-A41D-0DA7-2219FC3D563D}"/>
              </a:ext>
            </a:extLst>
          </p:cNvPr>
          <p:cNvSpPr>
            <a:spLocks noGrp="1"/>
          </p:cNvSpPr>
          <p:nvPr>
            <p:ph type="sldNum" sz="quarter" idx="5"/>
          </p:nvPr>
        </p:nvSpPr>
        <p:spPr/>
        <p:txBody>
          <a:bodyPr/>
          <a:lstStyle/>
          <a:p>
            <a:fld id="{80DC0D26-7393-4E82-8D88-2E0F492568A0}" type="slidenum">
              <a:rPr lang="en-GB" smtClean="0"/>
              <a:t>3</a:t>
            </a:fld>
            <a:endParaRPr lang="en-GB"/>
          </a:p>
        </p:txBody>
      </p:sp>
    </p:spTree>
    <p:extLst>
      <p:ext uri="{BB962C8B-B14F-4D97-AF65-F5344CB8AC3E}">
        <p14:creationId xmlns:p14="http://schemas.microsoft.com/office/powerpoint/2010/main" val="1441570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0DC0D26-7393-4E82-8D88-2E0F492568A0}" type="slidenum">
              <a:rPr lang="en-GB" smtClean="0"/>
              <a:t>10</a:t>
            </a:fld>
            <a:endParaRPr lang="en-GB"/>
          </a:p>
        </p:txBody>
      </p:sp>
    </p:spTree>
    <p:extLst>
      <p:ext uri="{BB962C8B-B14F-4D97-AF65-F5344CB8AC3E}">
        <p14:creationId xmlns:p14="http://schemas.microsoft.com/office/powerpoint/2010/main" val="2943441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Trip-level accounting obscures day-level trip-chain coherence but is often </a:t>
            </a:r>
            <a:r>
              <a:rPr lang="en-US" dirty="0" err="1"/>
              <a:t>favoured</a:t>
            </a:r>
            <a:r>
              <a:rPr lang="en-US" dirty="0"/>
              <a:t> in planning. </a:t>
            </a:r>
            <a:endParaRPr lang="en-GB" dirty="0"/>
          </a:p>
        </p:txBody>
      </p:sp>
      <p:sp>
        <p:nvSpPr>
          <p:cNvPr id="4" name="Slide Number Placeholder 3"/>
          <p:cNvSpPr>
            <a:spLocks noGrp="1"/>
          </p:cNvSpPr>
          <p:nvPr>
            <p:ph type="sldNum" sz="quarter" idx="5"/>
          </p:nvPr>
        </p:nvSpPr>
        <p:spPr/>
        <p:txBody>
          <a:bodyPr/>
          <a:lstStyle/>
          <a:p>
            <a:fld id="{80DC0D26-7393-4E82-8D88-2E0F492568A0}" type="slidenum">
              <a:rPr lang="en-GB" smtClean="0"/>
              <a:t>18</a:t>
            </a:fld>
            <a:endParaRPr lang="en-GB"/>
          </a:p>
        </p:txBody>
      </p:sp>
    </p:spTree>
    <p:extLst>
      <p:ext uri="{BB962C8B-B14F-4D97-AF65-F5344CB8AC3E}">
        <p14:creationId xmlns:p14="http://schemas.microsoft.com/office/powerpoint/2010/main" val="336699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There’s lots more exciting parts of this project that I’m looking at, applying this methodology more widely. I’m looking at other case studies (with the BERTIE model) where I investigate flexibility to totally remove car as an option (extending the car reduction case study to a total removal of cars from their travel) and repeating this for various other travel modes such as bus, cycle, or rail. In this way we can understand how resilient agents are to individual-level circumstances or disruptions e.g., not being able to use a mode of transport for health, financial, or preference reasons. And finally, I want to look at network-level disruptions to understand how agents respond to a removal of a mode entirely from the network (e.g., rail strikes, a ban on ICEVs), or a natural disaster that also affects routes. Methodologically, I’m looking at modelling the flexibility distributions themselves, to understand more robustly if flexibility is experienced particularly more or less by certain demographic groups.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80DC0D26-7393-4E82-8D88-2E0F492568A0}" type="slidenum">
              <a:rPr lang="en-GB" smtClean="0"/>
              <a:t>22</a:t>
            </a:fld>
            <a:endParaRPr lang="en-GB"/>
          </a:p>
        </p:txBody>
      </p:sp>
    </p:spTree>
    <p:extLst>
      <p:ext uri="{BB962C8B-B14F-4D97-AF65-F5344CB8AC3E}">
        <p14:creationId xmlns:p14="http://schemas.microsoft.com/office/powerpoint/2010/main" val="1883995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1FCFE-BC69-B2AD-70B7-D737F024A7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9BBB7-8A16-7FAA-D128-5129A1531E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12A191-E7B5-6320-5C54-DDBB8612388A}"/>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So to wrap up, this work has been really illuminating working with </a:t>
            </a:r>
            <a:r>
              <a:rPr lang="en-US" sz="1200" kern="1200" dirty="0" err="1">
                <a:solidFill>
                  <a:schemeClr val="tx1"/>
                </a:solidFill>
                <a:effectLst/>
                <a:latin typeface="+mn-lt"/>
                <a:ea typeface="+mn-ea"/>
                <a:cs typeface="+mn-cs"/>
              </a:rPr>
              <a:t>MATSim</a:t>
            </a:r>
            <a:r>
              <a:rPr lang="en-US" sz="1200" kern="1200" dirty="0">
                <a:solidFill>
                  <a:schemeClr val="tx1"/>
                </a:solidFill>
                <a:effectLst/>
                <a:latin typeface="+mn-lt"/>
                <a:ea typeface="+mn-ea"/>
                <a:cs typeface="+mn-cs"/>
              </a:rPr>
              <a:t> and as </a:t>
            </a:r>
            <a:r>
              <a:rPr lang="en-US" sz="1200" kern="1200" dirty="0" err="1">
                <a:solidFill>
                  <a:schemeClr val="tx1"/>
                </a:solidFill>
                <a:effectLst/>
                <a:latin typeface="+mn-lt"/>
                <a:ea typeface="+mn-ea"/>
                <a:cs typeface="+mn-cs"/>
              </a:rPr>
              <a:t>im</a:t>
            </a:r>
            <a:r>
              <a:rPr lang="en-US" sz="1200" kern="1200" dirty="0">
                <a:solidFill>
                  <a:schemeClr val="tx1"/>
                </a:solidFill>
                <a:effectLst/>
                <a:latin typeface="+mn-lt"/>
                <a:ea typeface="+mn-ea"/>
                <a:cs typeface="+mn-cs"/>
              </a:rPr>
              <a:t> sure everyone </a:t>
            </a:r>
            <a:r>
              <a:rPr lang="en-US" sz="1200" kern="1200" dirty="0" err="1">
                <a:solidFill>
                  <a:schemeClr val="tx1"/>
                </a:solidFill>
                <a:effectLst/>
                <a:latin typeface="+mn-lt"/>
                <a:ea typeface="+mn-ea"/>
                <a:cs typeface="+mn-cs"/>
              </a:rPr>
              <a:t>whos</a:t>
            </a:r>
            <a:r>
              <a:rPr lang="en-US" sz="1200" kern="1200" dirty="0">
                <a:solidFill>
                  <a:schemeClr val="tx1"/>
                </a:solidFill>
                <a:effectLst/>
                <a:latin typeface="+mn-lt"/>
                <a:ea typeface="+mn-ea"/>
                <a:cs typeface="+mn-cs"/>
              </a:rPr>
              <a:t> worked with it before will know, these models are complex! But I think my work so far has shown that examining these under the cover simulated options is really revealing and helps us to understand agent’s full choice sets, and see them properly experienced and scored in a realistic network. These early results show that flexibility gives sensible-looking results when we compare it to what we know about connectivity and geography, but that in some cases highlights where accessibility measures are insufficient to represent how people actually interact with the transport available to them. </a:t>
            </a: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5B6E95B-CC50-BDE9-D08C-E4518A48CAF2}"/>
              </a:ext>
            </a:extLst>
          </p:cNvPr>
          <p:cNvSpPr>
            <a:spLocks noGrp="1"/>
          </p:cNvSpPr>
          <p:nvPr>
            <p:ph type="sldNum" sz="quarter" idx="5"/>
          </p:nvPr>
        </p:nvSpPr>
        <p:spPr/>
        <p:txBody>
          <a:bodyPr/>
          <a:lstStyle/>
          <a:p>
            <a:fld id="{80DC0D26-7393-4E82-8D88-2E0F492568A0}" type="slidenum">
              <a:rPr lang="en-GB" smtClean="0"/>
              <a:t>23</a:t>
            </a:fld>
            <a:endParaRPr lang="en-GB"/>
          </a:p>
        </p:txBody>
      </p:sp>
    </p:spTree>
    <p:extLst>
      <p:ext uri="{BB962C8B-B14F-4D97-AF65-F5344CB8AC3E}">
        <p14:creationId xmlns:p14="http://schemas.microsoft.com/office/powerpoint/2010/main" val="11947331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imple_Title  -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2303463" y="4473756"/>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2">
            <a:extLst>
              <a:ext uri="{FF2B5EF4-FFF2-40B4-BE49-F238E27FC236}">
                <a16:creationId xmlns:a16="http://schemas.microsoft.com/office/drawing/2014/main" id="{91B036D7-E2F6-A505-BD78-D58A7EE2AF66}"/>
              </a:ext>
            </a:extLst>
          </p:cNvPr>
          <p:cNvSpPr>
            <a:spLocks noGrp="1"/>
          </p:cNvSpPr>
          <p:nvPr>
            <p:ph type="body" idx="10" hasCustomPrompt="1"/>
          </p:nvPr>
        </p:nvSpPr>
        <p:spPr>
          <a:xfrm>
            <a:off x="2303463" y="4981780"/>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 </a:t>
            </a:r>
          </a:p>
        </p:txBody>
      </p:sp>
      <p:pic>
        <p:nvPicPr>
          <p:cNvPr id="9" name="Picture 8" descr="UCL logo, University College London">
            <a:extLst>
              <a:ext uri="{FF2B5EF4-FFF2-40B4-BE49-F238E27FC236}">
                <a16:creationId xmlns:a16="http://schemas.microsoft.com/office/drawing/2014/main" id="{D13C0C81-E6EF-C626-E359-2DC4637817EE}"/>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p:nvPicPr>
        <p:blipFill>
          <a:blip r:embed="rId2"/>
          <a:stretch>
            <a:fillRect/>
          </a:stretch>
        </p:blipFill>
        <p:spPr>
          <a:xfrm>
            <a:off x="8941455" y="5661248"/>
            <a:ext cx="2844805" cy="798505"/>
          </a:xfrm>
          <a:prstGeom prst="rect">
            <a:avLst/>
          </a:prstGeom>
        </p:spPr>
      </p:pic>
    </p:spTree>
    <p:extLst>
      <p:ext uri="{BB962C8B-B14F-4D97-AF65-F5344CB8AC3E}">
        <p14:creationId xmlns:p14="http://schemas.microsoft.com/office/powerpoint/2010/main" val="379036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_Title full name logo -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5" name="Text Placeholder 2">
            <a:extLst>
              <a:ext uri="{FF2B5EF4-FFF2-40B4-BE49-F238E27FC236}">
                <a16:creationId xmlns:a16="http://schemas.microsoft.com/office/drawing/2014/main" id="{964ED5BF-C3CF-4D38-BE90-EA0A915CFA6D}"/>
              </a:ext>
            </a:extLst>
          </p:cNvPr>
          <p:cNvSpPr>
            <a:spLocks noGrp="1"/>
          </p:cNvSpPr>
          <p:nvPr>
            <p:ph type="body" idx="1" hasCustomPrompt="1"/>
          </p:nvPr>
        </p:nvSpPr>
        <p:spPr>
          <a:xfrm>
            <a:off x="2303463" y="4473756"/>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a:extLst>
              <a:ext uri="{FF2B5EF4-FFF2-40B4-BE49-F238E27FC236}">
                <a16:creationId xmlns:a16="http://schemas.microsoft.com/office/drawing/2014/main" id="{136BEE82-A57F-C035-F03D-A9DCB796DC7D}"/>
              </a:ext>
            </a:extLst>
          </p:cNvPr>
          <p:cNvSpPr>
            <a:spLocks noGrp="1"/>
          </p:cNvSpPr>
          <p:nvPr>
            <p:ph type="body" idx="10" hasCustomPrompt="1"/>
          </p:nvPr>
        </p:nvSpPr>
        <p:spPr>
          <a:xfrm>
            <a:off x="2303463" y="4981780"/>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a:t>
            </a:r>
          </a:p>
        </p:txBody>
      </p:sp>
      <p:pic>
        <p:nvPicPr>
          <p:cNvPr id="9" name="Picture 8" descr="UCL logo, University College London">
            <a:extLst>
              <a:ext uri="{FF2B5EF4-FFF2-40B4-BE49-F238E27FC236}">
                <a16:creationId xmlns:a16="http://schemas.microsoft.com/office/drawing/2014/main" id="{806284FE-9AAB-111F-B7E9-0694AF943D76}"/>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p:nvPicPr>
        <p:blipFill>
          <a:blip r:embed="rId2"/>
          <a:stretch>
            <a:fillRect/>
          </a:stretch>
        </p:blipFill>
        <p:spPr>
          <a:xfrm>
            <a:off x="8941455" y="5661248"/>
            <a:ext cx="2844805" cy="798505"/>
          </a:xfrm>
          <a:prstGeom prst="rect">
            <a:avLst/>
          </a:prstGeom>
        </p:spPr>
      </p:pic>
    </p:spTree>
    <p:extLst>
      <p:ext uri="{BB962C8B-B14F-4D97-AF65-F5344CB8AC3E}">
        <p14:creationId xmlns:p14="http://schemas.microsoft.com/office/powerpoint/2010/main" val="2663830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_Title  - Faculty, School Department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2303463" y="3627624"/>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p>
        </p:txBody>
      </p:sp>
      <p:sp>
        <p:nvSpPr>
          <p:cNvPr id="5" name="Text Placeholder 2">
            <a:extLst>
              <a:ext uri="{FF2B5EF4-FFF2-40B4-BE49-F238E27FC236}">
                <a16:creationId xmlns:a16="http://schemas.microsoft.com/office/drawing/2014/main" id="{91B036D7-E2F6-A505-BD78-D58A7EE2AF66}"/>
              </a:ext>
            </a:extLst>
          </p:cNvPr>
          <p:cNvSpPr>
            <a:spLocks noGrp="1"/>
          </p:cNvSpPr>
          <p:nvPr>
            <p:ph type="body" idx="10" hasCustomPrompt="1"/>
          </p:nvPr>
        </p:nvSpPr>
        <p:spPr>
          <a:xfrm>
            <a:off x="2303463" y="4135648"/>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a:t>
            </a:r>
          </a:p>
        </p:txBody>
      </p:sp>
      <p:sp>
        <p:nvSpPr>
          <p:cNvPr id="6" name="Text Placeholder 2">
            <a:extLst>
              <a:ext uri="{FF2B5EF4-FFF2-40B4-BE49-F238E27FC236}">
                <a16:creationId xmlns:a16="http://schemas.microsoft.com/office/drawing/2014/main" id="{9B210098-618B-3211-A070-0B31B3AB0AFB}"/>
              </a:ext>
            </a:extLst>
          </p:cNvPr>
          <p:cNvSpPr>
            <a:spLocks noGrp="1"/>
          </p:cNvSpPr>
          <p:nvPr>
            <p:ph type="body" idx="11" hasCustomPrompt="1"/>
          </p:nvPr>
        </p:nvSpPr>
        <p:spPr>
          <a:xfrm>
            <a:off x="2273719" y="5854933"/>
            <a:ext cx="6240809" cy="582780"/>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Type in your faculty/department/unit name here </a:t>
            </a:r>
          </a:p>
          <a:p>
            <a:pPr lvl="0"/>
            <a:r>
              <a:rPr lang="en-GB" dirty="0"/>
              <a:t>UCL Sans Regular 18pt</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UCL logo, University College London">
            <a:extLst>
              <a:ext uri="{FF2B5EF4-FFF2-40B4-BE49-F238E27FC236}">
                <a16:creationId xmlns:a16="http://schemas.microsoft.com/office/drawing/2014/main" id="{015A3936-D42C-5AA9-C95F-13B329034A6F}"/>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p:nvPicPr>
        <p:blipFill>
          <a:blip r:embed="rId2"/>
          <a:stretch>
            <a:fillRect/>
          </a:stretch>
        </p:blipFill>
        <p:spPr>
          <a:xfrm>
            <a:off x="8941455" y="5661248"/>
            <a:ext cx="2844805" cy="798505"/>
          </a:xfrm>
          <a:prstGeom prst="rect">
            <a:avLst/>
          </a:prstGeom>
        </p:spPr>
      </p:pic>
    </p:spTree>
    <p:extLst>
      <p:ext uri="{BB962C8B-B14F-4D97-AF65-F5344CB8AC3E}">
        <p14:creationId xmlns:p14="http://schemas.microsoft.com/office/powerpoint/2010/main" val="3020583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Simple_Title -2-3 line heading and image">
    <p:bg>
      <p:bgPr>
        <a:solidFill>
          <a:schemeClr val="accent1"/>
        </a:soli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8531EDC-6E9D-171F-68E1-2D8DBFCDB40E}"/>
              </a:ext>
            </a:extLst>
          </p:cNvPr>
          <p:cNvSpPr>
            <a:spLocks noGrp="1"/>
          </p:cNvSpPr>
          <p:nvPr>
            <p:ph type="pic" idx="13"/>
          </p:nvPr>
        </p:nvSpPr>
        <p:spPr>
          <a:xfrm>
            <a:off x="1354138" y="2852936"/>
            <a:ext cx="10837862" cy="4005064"/>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UCL logo, University College London">
            <a:extLst>
              <a:ext uri="{FF2B5EF4-FFF2-40B4-BE49-F238E27FC236}">
                <a16:creationId xmlns:a16="http://schemas.microsoft.com/office/drawing/2014/main" id="{D18708AF-A3A2-2F68-E544-B6827803E2D8}"/>
              </a:ext>
            </a:extLst>
          </p:cNvPr>
          <p:cNvPicPr>
            <a:picLocks noGrp="1" noRot="1" noMove="1" noResize="1" noEditPoints="1" noAdjustHandles="1" noChangeArrowheads="1" noChangeShapeType="1" noCrop="1"/>
          </p:cNvPicPr>
          <p:nvPr/>
        </p:nvPicPr>
        <p:blipFill>
          <a:blip r:embed="rId2"/>
          <a:stretch>
            <a:fillRect/>
          </a:stretch>
        </p:blipFill>
        <p:spPr>
          <a:xfrm>
            <a:off x="8937625" y="5653541"/>
            <a:ext cx="2843213" cy="798059"/>
          </a:xfrm>
          <a:prstGeom prst="rect">
            <a:avLst/>
          </a:prstGeom>
        </p:spPr>
      </p:pic>
    </p:spTree>
    <p:extLst>
      <p:ext uri="{BB962C8B-B14F-4D97-AF65-F5344CB8AC3E}">
        <p14:creationId xmlns:p14="http://schemas.microsoft.com/office/powerpoint/2010/main" val="3348067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imple_Divider1 – 1 column title, subheading,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 uri="{C183D7F6-B498-43B3-948B-1728B52AA6E4}">
                <adec:decorative xmlns:adec="http://schemas.microsoft.com/office/drawing/2017/decorative" val="0"/>
              </a:ext>
            </a:extLst>
          </p:cNvPr>
          <p:cNvSpPr>
            <a:spLocks noGrp="1"/>
          </p:cNvSpPr>
          <p:nvPr>
            <p:ph type="ctrTitle" hasCustomPrompt="1"/>
          </p:nvPr>
        </p:nvSpPr>
        <p:spPr>
          <a:xfrm>
            <a:off x="409575" y="409575"/>
            <a:ext cx="3757703" cy="1830294"/>
          </a:xfrm>
          <a:prstGeom prst="rect">
            <a:avLst/>
          </a:prstGeom>
        </p:spPr>
        <p:txBody>
          <a:bodyPr anchor="t"/>
          <a:lstStyle>
            <a:lvl1pPr algn="l">
              <a:lnSpc>
                <a:spcPct val="100000"/>
              </a:lnSpc>
              <a:defRPr sz="3600">
                <a:solidFill>
                  <a:srgbClr val="FAFAFA"/>
                </a:solidFill>
              </a:defRPr>
            </a:lvl1pPr>
          </a:lstStyle>
          <a:p>
            <a:r>
              <a:rPr lang="en-GB" dirty="0"/>
              <a:t>Divider section Title 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409575" y="2422525"/>
            <a:ext cx="3757703"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Subheading, UCL Sans Regular 24pt</a:t>
            </a:r>
          </a:p>
        </p:txBody>
      </p:sp>
      <p:sp>
        <p:nvSpPr>
          <p:cNvPr id="8" name="Text Placeholder 2">
            <a:extLst>
              <a:ext uri="{FF2B5EF4-FFF2-40B4-BE49-F238E27FC236}">
                <a16:creationId xmlns:a16="http://schemas.microsoft.com/office/drawing/2014/main" id="{E595666D-8684-C6D9-B7E0-40470F82CBD5}"/>
              </a:ext>
            </a:extLst>
          </p:cNvPr>
          <p:cNvSpPr>
            <a:spLocks noGrp="1"/>
          </p:cNvSpPr>
          <p:nvPr>
            <p:ph type="body" idx="11" hasCustomPrompt="1"/>
          </p:nvPr>
        </p:nvSpPr>
        <p:spPr>
          <a:xfrm>
            <a:off x="409575" y="4510352"/>
            <a:ext cx="3757703" cy="93477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pic" idx="10"/>
          </p:nvPr>
        </p:nvSpPr>
        <p:spPr>
          <a:xfrm>
            <a:off x="5145088" y="20073"/>
            <a:ext cx="4738687" cy="6858000"/>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pic>
        <p:nvPicPr>
          <p:cNvPr id="3" name="Picture 2">
            <a:extLst>
              <a:ext uri="{FF2B5EF4-FFF2-40B4-BE49-F238E27FC236}">
                <a16:creationId xmlns:a16="http://schemas.microsoft.com/office/drawing/2014/main" id="{C3458C44-E5EC-6C0F-07EE-14F8EFD85190}"/>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4102845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Simple_Divider2 – 1 column title, subheading,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 uri="{C183D7F6-B498-43B3-948B-1728B52AA6E4}">
                <adec:decorative xmlns:adec="http://schemas.microsoft.com/office/drawing/2017/decorative" val="0"/>
              </a:ext>
            </a:extLst>
          </p:cNvPr>
          <p:cNvSpPr>
            <a:spLocks noGrp="1"/>
          </p:cNvSpPr>
          <p:nvPr>
            <p:ph type="ctrTitle" hasCustomPrompt="1"/>
          </p:nvPr>
        </p:nvSpPr>
        <p:spPr>
          <a:xfrm>
            <a:off x="5735960" y="409575"/>
            <a:ext cx="3757703" cy="1830294"/>
          </a:xfrm>
          <a:prstGeom prst="rect">
            <a:avLst/>
          </a:prstGeom>
        </p:spPr>
        <p:txBody>
          <a:bodyPr anchor="t"/>
          <a:lstStyle>
            <a:lvl1pPr algn="l">
              <a:lnSpc>
                <a:spcPct val="100000"/>
              </a:lnSpc>
              <a:defRPr sz="3600">
                <a:solidFill>
                  <a:srgbClr val="FAFAFA"/>
                </a:solidFill>
              </a:defRPr>
            </a:lvl1pPr>
          </a:lstStyle>
          <a:p>
            <a:r>
              <a:rPr lang="en-GB" dirty="0"/>
              <a:t>Divider section Title 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5735960" y="2422525"/>
            <a:ext cx="3757703"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Subheading, UCL Sans Regular 24pt</a:t>
            </a:r>
          </a:p>
        </p:txBody>
      </p:sp>
      <p:sp>
        <p:nvSpPr>
          <p:cNvPr id="8" name="Text Placeholder 2">
            <a:extLst>
              <a:ext uri="{FF2B5EF4-FFF2-40B4-BE49-F238E27FC236}">
                <a16:creationId xmlns:a16="http://schemas.microsoft.com/office/drawing/2014/main" id="{E595666D-8684-C6D9-B7E0-40470F82CBD5}"/>
              </a:ext>
            </a:extLst>
          </p:cNvPr>
          <p:cNvSpPr>
            <a:spLocks noGrp="1"/>
          </p:cNvSpPr>
          <p:nvPr>
            <p:ph type="body" idx="11" hasCustomPrompt="1"/>
          </p:nvPr>
        </p:nvSpPr>
        <p:spPr>
          <a:xfrm>
            <a:off x="5735960" y="4510352"/>
            <a:ext cx="3757703" cy="93477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pic" idx="10"/>
          </p:nvPr>
        </p:nvSpPr>
        <p:spPr>
          <a:xfrm>
            <a:off x="0" y="20073"/>
            <a:ext cx="4738687" cy="6858000"/>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pic>
        <p:nvPicPr>
          <p:cNvPr id="3" name="Picture 2">
            <a:extLst>
              <a:ext uri="{FF2B5EF4-FFF2-40B4-BE49-F238E27FC236}">
                <a16:creationId xmlns:a16="http://schemas.microsoft.com/office/drawing/2014/main" id="{1E18122F-70D4-67D5-8E4D-F01945D7B59B}"/>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2278942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imple_Content – 1 column title subheading, charts, images, graph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09576" y="409575"/>
            <a:ext cx="7583834" cy="1009650"/>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9" name="Content Placeholder">
            <a:extLst>
              <a:ext uri="{FF2B5EF4-FFF2-40B4-BE49-F238E27FC236}">
                <a16:creationId xmlns:a16="http://schemas.microsoft.com/office/drawing/2014/main" id="{56CD648F-431D-5F73-408C-9A9A725008CE}"/>
              </a:ext>
            </a:extLst>
          </p:cNvPr>
          <p:cNvSpPr>
            <a:spLocks noGrp="1"/>
          </p:cNvSpPr>
          <p:nvPr>
            <p:ph idx="1" hasCustomPrompt="1"/>
          </p:nvPr>
        </p:nvSpPr>
        <p:spPr>
          <a:xfrm>
            <a:off x="418539" y="1916826"/>
            <a:ext cx="7572936" cy="3758834"/>
          </a:xfrm>
          <a:prstGeom prst="rect">
            <a:avLst/>
          </a:prstGeom>
        </p:spPr>
        <p:txBody>
          <a:bodyPr/>
          <a:lstStyle>
            <a:lvl1pPr>
              <a:buNone/>
              <a:defRPr sz="1800"/>
            </a:lvl1pPr>
          </a:lstStyle>
          <a:p>
            <a:pPr lvl="0"/>
            <a:r>
              <a:rPr lang="en-GB" dirty="0"/>
              <a:t>Space for graphs, images, charts, videos</a:t>
            </a:r>
          </a:p>
        </p:txBody>
      </p:sp>
      <p:pic>
        <p:nvPicPr>
          <p:cNvPr id="7" name="Picture 6">
            <a:extLst>
              <a:ext uri="{FF2B5EF4-FFF2-40B4-BE49-F238E27FC236}">
                <a16:creationId xmlns:a16="http://schemas.microsoft.com/office/drawing/2014/main" id="{86D0927E-B17D-5AAB-7B62-A7F6E96D744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4038204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imple_Content – 2 column title subheading charts, images, graphs">
    <p:bg>
      <p:bgPr>
        <a:solidFill>
          <a:schemeClr val="bg1"/>
        </a:solidFill>
        <a:effectLst/>
      </p:bgPr>
    </p:bg>
    <p:spTree>
      <p:nvGrpSpPr>
        <p:cNvPr id="1" name=""/>
        <p:cNvGrpSpPr/>
        <p:nvPr/>
      </p:nvGrpSpPr>
      <p:grpSpPr>
        <a:xfrm>
          <a:off x="0" y="0"/>
          <a:ext cx="0" cy="0"/>
          <a:chOff x="0" y="0"/>
          <a:chExt cx="0" cy="0"/>
        </a:xfrm>
      </p:grpSpPr>
      <p:sp>
        <p:nvSpPr>
          <p:cNvPr id="15" name="Text Placeholder 3">
            <a:extLst>
              <a:ext uri="{FF2B5EF4-FFF2-40B4-BE49-F238E27FC236}">
                <a16:creationId xmlns:a16="http://schemas.microsoft.com/office/drawing/2014/main" id="{D734C2A9-9A5D-B1B8-4932-DFDAC1AE7955}"/>
              </a:ext>
            </a:extLst>
          </p:cNvPr>
          <p:cNvSpPr>
            <a:spLocks noGrp="1"/>
          </p:cNvSpPr>
          <p:nvPr>
            <p:ph type="body" sz="half" idx="2" hasCustomPrompt="1"/>
          </p:nvPr>
        </p:nvSpPr>
        <p:spPr>
          <a:xfrm>
            <a:off x="409575" y="421180"/>
            <a:ext cx="4735513" cy="1560910"/>
          </a:xfrm>
          <a:prstGeom prst="rect">
            <a:avLst/>
          </a:prstGeom>
        </p:spPr>
        <p:txBody>
          <a:bodyPr/>
          <a:lstStyle>
            <a:lvl1pPr marL="0" indent="0">
              <a:lnSpc>
                <a:spcPct val="100000"/>
              </a:lnSpc>
              <a:spcBef>
                <a:spcPts val="0"/>
              </a:spcBef>
              <a:buNone/>
              <a:defRPr sz="3600" b="1" i="0">
                <a:solidFill>
                  <a:schemeClr val="accent1"/>
                </a:solidFill>
                <a:latin typeface="UCL Sans Semi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Headline </a:t>
            </a:r>
          </a:p>
          <a:p>
            <a:pPr lvl="0"/>
            <a:r>
              <a:rPr lang="en-GB" dirty="0"/>
              <a:t>UCL Sans </a:t>
            </a:r>
          </a:p>
          <a:p>
            <a:pPr lvl="0"/>
            <a:r>
              <a:rPr lang="en-GB" dirty="0" err="1"/>
              <a:t>SemiBold</a:t>
            </a:r>
            <a:r>
              <a:rPr lang="en-GB" dirty="0"/>
              <a:t> 36pt</a:t>
            </a:r>
          </a:p>
        </p:txBody>
      </p:sp>
      <p:sp>
        <p:nvSpPr>
          <p:cNvPr id="16" name="Text Placeholder 3">
            <a:extLst>
              <a:ext uri="{FF2B5EF4-FFF2-40B4-BE49-F238E27FC236}">
                <a16:creationId xmlns:a16="http://schemas.microsoft.com/office/drawing/2014/main" id="{779E96EC-744C-3144-B51D-E5100BEE942C}"/>
              </a:ext>
            </a:extLst>
          </p:cNvPr>
          <p:cNvSpPr>
            <a:spLocks noGrp="1"/>
          </p:cNvSpPr>
          <p:nvPr>
            <p:ph type="body" sz="half" idx="13" hasCustomPrompt="1"/>
          </p:nvPr>
        </p:nvSpPr>
        <p:spPr>
          <a:xfrm>
            <a:off x="6096001" y="419192"/>
            <a:ext cx="5684838" cy="1128506"/>
          </a:xfrm>
          <a:prstGeom prst="rect">
            <a:avLst/>
          </a:prstGeom>
        </p:spPr>
        <p:txBody>
          <a:bodyPr/>
          <a:lstStyle>
            <a:lvl1pPr marL="0" indent="0">
              <a:lnSpc>
                <a:spcPct val="100000"/>
              </a:lnSpc>
              <a:spcBef>
                <a:spcPts val="0"/>
              </a:spcBef>
              <a:buNone/>
              <a:defRPr sz="2400" b="0" i="0">
                <a:solidFill>
                  <a:schemeClr val="tx1"/>
                </a:solidFill>
                <a:latin typeface="UCL Sans"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Subheading text style, </a:t>
            </a:r>
          </a:p>
          <a:p>
            <a:pPr lvl="0"/>
            <a:r>
              <a:rPr lang="en-GB" dirty="0"/>
              <a:t>UCL Sans regular 24pt</a:t>
            </a:r>
          </a:p>
        </p:txBody>
      </p:sp>
      <p:sp>
        <p:nvSpPr>
          <p:cNvPr id="12" name="Content Placeholder 3">
            <a:extLst>
              <a:ext uri="{FF2B5EF4-FFF2-40B4-BE49-F238E27FC236}">
                <a16:creationId xmlns:a16="http://schemas.microsoft.com/office/drawing/2014/main" id="{A0CEB380-FACF-CB25-2505-20906C2E85C2}"/>
              </a:ext>
              <a:ext uri="{C183D7F6-B498-43B3-948B-1728B52AA6E4}">
                <adec:decorative xmlns:adec="http://schemas.microsoft.com/office/drawing/2017/decorative" val="0"/>
              </a:ext>
            </a:extLst>
          </p:cNvPr>
          <p:cNvSpPr>
            <a:spLocks noGrp="1"/>
          </p:cNvSpPr>
          <p:nvPr>
            <p:ph sz="half" idx="1" hasCustomPrompt="1"/>
          </p:nvPr>
        </p:nvSpPr>
        <p:spPr>
          <a:xfrm>
            <a:off x="446080" y="2422525"/>
            <a:ext cx="4686360" cy="302260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p:txBody>
      </p:sp>
      <p:sp>
        <p:nvSpPr>
          <p:cNvPr id="13" name="Content Placeholder 5">
            <a:extLst>
              <a:ext uri="{FF2B5EF4-FFF2-40B4-BE49-F238E27FC236}">
                <a16:creationId xmlns:a16="http://schemas.microsoft.com/office/drawing/2014/main" id="{EFB165C1-BA6C-CC63-70EA-E4881C9B3782}"/>
              </a:ext>
            </a:extLst>
          </p:cNvPr>
          <p:cNvSpPr>
            <a:spLocks noGrp="1"/>
          </p:cNvSpPr>
          <p:nvPr>
            <p:ph sz="half" idx="12" hasCustomPrompt="1"/>
          </p:nvPr>
        </p:nvSpPr>
        <p:spPr>
          <a:xfrm>
            <a:off x="6096000" y="2422525"/>
            <a:ext cx="5649921" cy="302260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a:p>
            <a:endParaRPr lang="en-US" dirty="0"/>
          </a:p>
        </p:txBody>
      </p:sp>
      <p:pic>
        <p:nvPicPr>
          <p:cNvPr id="4" name="Picture 3">
            <a:extLst>
              <a:ext uri="{FF2B5EF4-FFF2-40B4-BE49-F238E27FC236}">
                <a16:creationId xmlns:a16="http://schemas.microsoft.com/office/drawing/2014/main" id="{ECA53278-43EB-727A-BB6A-5159390105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985683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imple_Content – 1 column title an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31819" y="409575"/>
            <a:ext cx="7550693" cy="1009650"/>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440783" y="1916825"/>
            <a:ext cx="7550692" cy="3528300"/>
          </a:xfrm>
          <a:prstGeom prst="rect">
            <a:avLst/>
          </a:prstGeom>
        </p:spPr>
        <p:txBody>
          <a:bodyPr/>
          <a:lstStyle>
            <a:lvl1pPr marL="0">
              <a:lnSpc>
                <a:spcPct val="100000"/>
              </a:lnSpc>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pic>
        <p:nvPicPr>
          <p:cNvPr id="7" name="Picture 6">
            <a:extLst>
              <a:ext uri="{FF2B5EF4-FFF2-40B4-BE49-F238E27FC236}">
                <a16:creationId xmlns:a16="http://schemas.microsoft.com/office/drawing/2014/main" id="{0D96BD17-ACBE-B136-C0C2-347FD6061AF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465601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imple_Content – 2 column title and subheading an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18745" y="409575"/>
            <a:ext cx="7572730" cy="1009650"/>
          </a:xfrm>
          <a:prstGeom prst="rect">
            <a:avLst/>
          </a:prstGeom>
        </p:spPr>
        <p:txBody>
          <a:bodyPr anchor="t"/>
          <a:lstStyle>
            <a:lvl1pPr algn="l">
              <a:lnSpc>
                <a:spcPct val="100000"/>
              </a:lnSpc>
              <a:defRPr sz="3600">
                <a:solidFill>
                  <a:schemeClr val="accent1"/>
                </a:solidFill>
              </a:defRPr>
            </a:lvl1pPr>
          </a:lstStyle>
          <a:p>
            <a:pPr lvl="0"/>
            <a:r>
              <a:rPr lang="en-GB" dirty="0"/>
              <a:t>Headline UCL Sans </a:t>
            </a: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427709" y="1916825"/>
            <a:ext cx="3321240" cy="3528300"/>
          </a:xfrm>
          <a:prstGeom prst="rect">
            <a:avLst/>
          </a:prstGeom>
        </p:spPr>
        <p:txBody>
          <a:bodyPr/>
          <a:lstStyle>
            <a:lvl1pPr marL="0" indent="0">
              <a:lnSpc>
                <a:spcPct val="100000"/>
              </a:lnSpc>
              <a:spcBef>
                <a:spcPts val="0"/>
              </a:spcBef>
              <a:buFont typeface="Wingdings" pitchFamily="2" charset="2"/>
              <a:buNone/>
              <a:defRPr sz="2400">
                <a:solidFill>
                  <a:schemeClr val="accent1"/>
                </a:solidFill>
              </a:defRPr>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Subheading text style, UCL Sans regular 24pt</a:t>
            </a:r>
          </a:p>
        </p:txBody>
      </p:sp>
      <p:sp>
        <p:nvSpPr>
          <p:cNvPr id="7" name="Text Placeholder 7">
            <a:extLst>
              <a:ext uri="{FF2B5EF4-FFF2-40B4-BE49-F238E27FC236}">
                <a16:creationId xmlns:a16="http://schemas.microsoft.com/office/drawing/2014/main" id="{55335586-933A-6F8D-CF5B-B9D033AD83A3}"/>
              </a:ext>
            </a:extLst>
          </p:cNvPr>
          <p:cNvSpPr>
            <a:spLocks noGrp="1"/>
          </p:cNvSpPr>
          <p:nvPr>
            <p:ph type="body" sz="quarter" idx="12" hasCustomPrompt="1"/>
          </p:nvPr>
        </p:nvSpPr>
        <p:spPr>
          <a:xfrm>
            <a:off x="4670235" y="1916825"/>
            <a:ext cx="3321240" cy="3528300"/>
          </a:xfrm>
          <a:prstGeom prst="rect">
            <a:avLst/>
          </a:prstGeom>
        </p:spPr>
        <p:txBody>
          <a:bodyPr/>
          <a:lstStyle>
            <a:lvl1pPr marL="0" indent="0">
              <a:lnSpc>
                <a:spcPct val="100000"/>
              </a:lnSpc>
              <a:spcBef>
                <a:spcPts val="0"/>
              </a:spcBef>
              <a:buFont typeface="Wingdings" pitchFamily="2" charset="2"/>
              <a:buNone/>
              <a:defRPr sz="1800">
                <a:solidFill>
                  <a:schemeClr val="tx1"/>
                </a:solidFill>
              </a:defRPr>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pic>
        <p:nvPicPr>
          <p:cNvPr id="8" name="Picture 7">
            <a:extLst>
              <a:ext uri="{FF2B5EF4-FFF2-40B4-BE49-F238E27FC236}">
                <a16:creationId xmlns:a16="http://schemas.microsoft.com/office/drawing/2014/main" id="{8E0A8775-7F4C-B3DF-556A-43E4628D9E6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286347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imple_Content – 2 column title and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09576" y="409575"/>
            <a:ext cx="3786188" cy="183029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br>
              <a:rPr lang="en-GB" dirty="0"/>
            </a:b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5153818" y="409575"/>
            <a:ext cx="6627019" cy="1006475"/>
          </a:xfrm>
          <a:prstGeom prst="rect">
            <a:avLst/>
          </a:prstGeom>
        </p:spPr>
        <p:txBody>
          <a:bodyPr/>
          <a:lstStyle>
            <a:lvl1pPr>
              <a:buFont typeface="Wingdings" pitchFamily="2" charset="2"/>
              <a:buChar char="§"/>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Bullet text, UCL Sans Regular 18pt</a:t>
            </a:r>
            <a:endParaRPr lang="en-US" dirty="0"/>
          </a:p>
        </p:txBody>
      </p:sp>
      <p:pic>
        <p:nvPicPr>
          <p:cNvPr id="7" name="Picture 6">
            <a:extLst>
              <a:ext uri="{FF2B5EF4-FFF2-40B4-BE49-F238E27FC236}">
                <a16:creationId xmlns:a16="http://schemas.microsoft.com/office/drawing/2014/main" id="{0C7F7948-C0B4-4DA0-F295-8EA3ED1E9A0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41061253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imple_Content – 3 column title and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398531" y="409575"/>
            <a:ext cx="3797231" cy="183029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8" name="Text Placeholder 7">
            <a:extLst>
              <a:ext uri="{FF2B5EF4-FFF2-40B4-BE49-F238E27FC236}">
                <a16:creationId xmlns:a16="http://schemas.microsoft.com/office/drawing/2014/main" id="{CDC1F16C-DBBC-93A6-C7EF-DE12462C35FD}"/>
              </a:ext>
            </a:extLst>
          </p:cNvPr>
          <p:cNvSpPr>
            <a:spLocks noGrp="1"/>
          </p:cNvSpPr>
          <p:nvPr>
            <p:ph type="body" sz="quarter" idx="11" hasCustomPrompt="1"/>
          </p:nvPr>
        </p:nvSpPr>
        <p:spPr>
          <a:xfrm>
            <a:off x="5156981" y="409575"/>
            <a:ext cx="2840039" cy="1291233"/>
          </a:xfrm>
          <a:prstGeom prst="rect">
            <a:avLst/>
          </a:prstGeom>
        </p:spPr>
        <p:txBody>
          <a:bodyPr/>
          <a:lstStyle>
            <a:lvl1pPr>
              <a:buFont typeface="Wingdings" pitchFamily="2" charset="2"/>
              <a:buChar char="§"/>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Bullet text, </a:t>
            </a:r>
          </a:p>
          <a:p>
            <a:pPr lvl="0"/>
            <a:r>
              <a:rPr lang="en-GB" dirty="0"/>
              <a:t>UCL Sans Regular 18pt</a:t>
            </a:r>
            <a:endParaRPr lang="en-US" dirty="0"/>
          </a:p>
        </p:txBody>
      </p:sp>
      <p:sp>
        <p:nvSpPr>
          <p:cNvPr id="9" name="Text Placeholder 7">
            <a:extLst>
              <a:ext uri="{FF2B5EF4-FFF2-40B4-BE49-F238E27FC236}">
                <a16:creationId xmlns:a16="http://schemas.microsoft.com/office/drawing/2014/main" id="{9A92D522-EA5D-B98E-DDA4-80FEB73128FF}"/>
              </a:ext>
            </a:extLst>
          </p:cNvPr>
          <p:cNvSpPr>
            <a:spLocks noGrp="1"/>
          </p:cNvSpPr>
          <p:nvPr>
            <p:ph type="body" sz="quarter" idx="12" hasCustomPrompt="1"/>
          </p:nvPr>
        </p:nvSpPr>
        <p:spPr>
          <a:xfrm>
            <a:off x="8937625" y="409575"/>
            <a:ext cx="2840039" cy="1291233"/>
          </a:xfrm>
          <a:prstGeom prst="rect">
            <a:avLst/>
          </a:prstGeom>
        </p:spPr>
        <p:txBody>
          <a:bodyPr/>
          <a:lstStyle>
            <a:lvl1pPr>
              <a:buFont typeface="Wingdings" pitchFamily="2" charset="2"/>
              <a:buChar char="§"/>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Bullet text, </a:t>
            </a:r>
          </a:p>
          <a:p>
            <a:pPr lvl="0"/>
            <a:r>
              <a:rPr lang="en-GB" dirty="0"/>
              <a:t>UCL Sans Regular 18pt</a:t>
            </a:r>
            <a:endParaRPr lang="en-US" dirty="0"/>
          </a:p>
        </p:txBody>
      </p:sp>
      <p:pic>
        <p:nvPicPr>
          <p:cNvPr id="6" name="Picture 5">
            <a:extLst>
              <a:ext uri="{FF2B5EF4-FFF2-40B4-BE49-F238E27FC236}">
                <a16:creationId xmlns:a16="http://schemas.microsoft.com/office/drawing/2014/main" id="{ECBB61E5-C9D8-A05D-C8A2-706AEF9A96C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287140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imple_Divider – 2 column title, subheading, text, table,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392940" y="409575"/>
            <a:ext cx="3757703" cy="1830294"/>
          </a:xfrm>
          <a:prstGeom prst="rect">
            <a:avLst/>
          </a:prstGeom>
        </p:spPr>
        <p:txBody>
          <a:bodyPr anchor="t"/>
          <a:lstStyle>
            <a:lvl1pPr algn="l">
              <a:lnSpc>
                <a:spcPct val="100000"/>
              </a:lnSpc>
              <a:defRPr sz="3600">
                <a:solidFill>
                  <a:srgbClr val="FAFAFA"/>
                </a:solidFill>
              </a:defRPr>
            </a:lvl1pPr>
          </a:lstStyle>
          <a:p>
            <a:r>
              <a:rPr lang="en-GB" dirty="0"/>
              <a:t>Headline 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392940" y="2422525"/>
            <a:ext cx="3729218"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Subtitle, UCL Sans Regular 24pt</a:t>
            </a:r>
          </a:p>
        </p:txBody>
      </p:sp>
      <p:sp>
        <p:nvSpPr>
          <p:cNvPr id="4" name="Table Placeholder 3" descr="Add a clear, concise statement describing the figures presented in the table">
            <a:extLst>
              <a:ext uri="{FF2B5EF4-FFF2-40B4-BE49-F238E27FC236}">
                <a16:creationId xmlns:a16="http://schemas.microsoft.com/office/drawing/2014/main" id="{A4C55113-F63B-C02B-63A2-F9C817D9BF39}"/>
              </a:ext>
            </a:extLst>
          </p:cNvPr>
          <p:cNvSpPr>
            <a:spLocks noGrp="1" noRot="1" noMove="1" noResize="1" noEditPoints="1" noAdjustHandles="1" noChangeArrowheads="1" noChangeShapeType="1"/>
          </p:cNvSpPr>
          <p:nvPr>
            <p:ph type="tbl" sz="quarter" idx="12"/>
          </p:nvPr>
        </p:nvSpPr>
        <p:spPr>
          <a:xfrm>
            <a:off x="392940" y="3619500"/>
            <a:ext cx="2841625" cy="2828925"/>
          </a:xfrm>
          <a:prstGeom prst="rect">
            <a:avLst/>
          </a:prstGeom>
        </p:spPr>
        <p:txBody>
          <a:bodyPr/>
          <a:lstStyle>
            <a:lvl1pPr>
              <a:defRPr>
                <a:solidFill>
                  <a:schemeClr val="bg1"/>
                </a:solidFill>
              </a:defRPr>
            </a:lvl1pPr>
          </a:lstStyle>
          <a:p>
            <a:r>
              <a:rPr lang="en-US"/>
              <a:t>Click icon to add table</a:t>
            </a:r>
            <a:endParaRPr lang="en-US" dirty="0"/>
          </a:p>
        </p:txBody>
      </p:sp>
      <p:sp>
        <p:nvSpPr>
          <p:cNvPr id="11" name="Text Placeholder 2">
            <a:extLst>
              <a:ext uri="{FF2B5EF4-FFF2-40B4-BE49-F238E27FC236}">
                <a16:creationId xmlns:a16="http://schemas.microsoft.com/office/drawing/2014/main" id="{F75F6D65-6CB4-1A07-17CB-355AFECF9D4B}"/>
              </a:ext>
            </a:extLst>
          </p:cNvPr>
          <p:cNvSpPr>
            <a:spLocks noGrp="1"/>
          </p:cNvSpPr>
          <p:nvPr>
            <p:ph type="body" idx="15" hasCustomPrompt="1"/>
          </p:nvPr>
        </p:nvSpPr>
        <p:spPr>
          <a:xfrm>
            <a:off x="4411004" y="826261"/>
            <a:ext cx="7369833" cy="412249"/>
          </a:xfrm>
          <a:prstGeom prst="rect">
            <a:avLst/>
          </a:prstGeom>
        </p:spPr>
        <p:txBody>
          <a:bodyPr lIns="0" tIns="0" rIns="0" bIns="0"/>
          <a:lstStyle>
            <a:lvl1pPr marL="0" indent="0">
              <a:lnSpc>
                <a:spcPct val="100000"/>
              </a:lnSpc>
              <a:spcBef>
                <a:spcPts val="0"/>
              </a:spcBef>
              <a:buNone/>
              <a:defRPr sz="18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p:cNvSpPr>
          <p:nvPr>
            <p:ph type="pic" idx="10"/>
          </p:nvPr>
        </p:nvSpPr>
        <p:spPr>
          <a:xfrm>
            <a:off x="4411005" y="1419226"/>
            <a:ext cx="7371420" cy="4406388"/>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pic>
        <p:nvPicPr>
          <p:cNvPr id="3" name="Picture 2">
            <a:extLst>
              <a:ext uri="{FF2B5EF4-FFF2-40B4-BE49-F238E27FC236}">
                <a16:creationId xmlns:a16="http://schemas.microsoft.com/office/drawing/2014/main" id="{EAAC2962-03E0-EA22-DBC0-9E4736A7D3C7}"/>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2321711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imple_Content – 2 column title, ima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56564"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456564" y="2046440"/>
            <a:ext cx="5516672" cy="2160435"/>
          </a:xfrm>
          <a:prstGeom prst="rect">
            <a:avLst/>
          </a:prstGeom>
        </p:spPr>
        <p:txBody>
          <a:bodyPr/>
          <a:lstStyle/>
          <a:p>
            <a:r>
              <a:rPr lang="en-US"/>
              <a:t>Click icon to add picture</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456600" y="4438650"/>
            <a:ext cx="5516637" cy="1006475"/>
          </a:xfrm>
          <a:prstGeom prst="rect">
            <a:avLst/>
          </a:prstGeom>
        </p:spPr>
        <p:txBody>
          <a:bodyPr/>
          <a:lstStyle>
            <a:lvl1pPr marL="0" indent="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sp>
        <p:nvSpPr>
          <p:cNvPr id="8" name="Picture Placeholder 6" descr="Add a clear, concise statement describing the main purpose of the image">
            <a:extLst>
              <a:ext uri="{FF2B5EF4-FFF2-40B4-BE49-F238E27FC236}">
                <a16:creationId xmlns:a16="http://schemas.microsoft.com/office/drawing/2014/main" id="{AC751661-2014-7CB4-B61A-24EB30E04B80}"/>
              </a:ext>
            </a:extLst>
          </p:cNvPr>
          <p:cNvSpPr>
            <a:spLocks noGrp="1"/>
          </p:cNvSpPr>
          <p:nvPr>
            <p:ph type="pic" sz="quarter" idx="14"/>
          </p:nvPr>
        </p:nvSpPr>
        <p:spPr>
          <a:xfrm>
            <a:off x="6282387" y="2046440"/>
            <a:ext cx="5516673" cy="2160435"/>
          </a:xfrm>
          <a:prstGeom prst="rect">
            <a:avLst/>
          </a:prstGeom>
        </p:spPr>
        <p:txBody>
          <a:bodyPr/>
          <a:lstStyle/>
          <a:p>
            <a:r>
              <a:rPr lang="en-US"/>
              <a:t>Click icon to add picture</a:t>
            </a:r>
          </a:p>
        </p:txBody>
      </p:sp>
      <p:sp>
        <p:nvSpPr>
          <p:cNvPr id="5" name="Text Placeholder 7">
            <a:extLst>
              <a:ext uri="{FF2B5EF4-FFF2-40B4-BE49-F238E27FC236}">
                <a16:creationId xmlns:a16="http://schemas.microsoft.com/office/drawing/2014/main" id="{5584243F-83D4-EC28-5C47-CF5ACA19B5DC}"/>
              </a:ext>
            </a:extLst>
          </p:cNvPr>
          <p:cNvSpPr>
            <a:spLocks noGrp="1"/>
          </p:cNvSpPr>
          <p:nvPr>
            <p:ph type="body" sz="quarter" idx="12" hasCustomPrompt="1"/>
          </p:nvPr>
        </p:nvSpPr>
        <p:spPr>
          <a:xfrm>
            <a:off x="6282388" y="4438650"/>
            <a:ext cx="5494895" cy="1006475"/>
          </a:xfrm>
          <a:prstGeom prst="rect">
            <a:avLst/>
          </a:prstGeom>
        </p:spPr>
        <p:txBody>
          <a:bodyPr/>
          <a:lstStyle>
            <a:lvl1pPr marL="0" indent="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pic>
        <p:nvPicPr>
          <p:cNvPr id="6" name="Picture 5">
            <a:extLst>
              <a:ext uri="{FF2B5EF4-FFF2-40B4-BE49-F238E27FC236}">
                <a16:creationId xmlns:a16="http://schemas.microsoft.com/office/drawing/2014/main" id="{87E78866-9053-C0FF-479E-006604389F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0603292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Simple_Content – Title - 2 column 1 image 1 text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56564"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456564" y="2046440"/>
            <a:ext cx="4429696" cy="3398685"/>
          </a:xfrm>
          <a:prstGeom prst="rect">
            <a:avLst/>
          </a:prstGeom>
        </p:spPr>
        <p:txBody>
          <a:bodyPr/>
          <a:lstStyle/>
          <a:p>
            <a:r>
              <a:rPr lang="en-US"/>
              <a:t>Click icon to add picture</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5153818" y="2046440"/>
            <a:ext cx="6627019" cy="3398685"/>
          </a:xfrm>
          <a:prstGeom prst="rect">
            <a:avLst/>
          </a:prstGeom>
        </p:spPr>
        <p:txBody>
          <a:bodyPr/>
          <a:lstStyle>
            <a:lvl1pPr marL="0" indent="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pic>
        <p:nvPicPr>
          <p:cNvPr id="5" name="Picture 4">
            <a:extLst>
              <a:ext uri="{FF2B5EF4-FFF2-40B4-BE49-F238E27FC236}">
                <a16:creationId xmlns:a16="http://schemas.microsoft.com/office/drawing/2014/main" id="{0683C0A7-72DE-AAF6-9C2F-83EEF344D9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41638637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 full page image full colour logo">
    <p:spTree>
      <p:nvGrpSpPr>
        <p:cNvPr id="1" name=""/>
        <p:cNvGrpSpPr/>
        <p:nvPr/>
      </p:nvGrpSpPr>
      <p:grpSpPr>
        <a:xfrm>
          <a:off x="0" y="0"/>
          <a:ext cx="0" cy="0"/>
          <a:chOff x="0" y="0"/>
          <a:chExt cx="0" cy="0"/>
        </a:xfrm>
      </p:grpSpPr>
      <p:sp>
        <p:nvSpPr>
          <p:cNvPr id="2" name="Picture Placeholder 6" descr="Add a clear, concise statement describing the main purpose of the image">
            <a:extLst>
              <a:ext uri="{FF2B5EF4-FFF2-40B4-BE49-F238E27FC236}">
                <a16:creationId xmlns:a16="http://schemas.microsoft.com/office/drawing/2014/main" id="{ECFBA17C-2B5D-255B-BB8F-D30D74D054C3}"/>
              </a:ext>
            </a:extLst>
          </p:cNvPr>
          <p:cNvSpPr>
            <a:spLocks noGrp="1" noRot="1" noMove="1" noResize="1" noEditPoints="1" noAdjustHandles="1" noChangeArrowheads="1" noChangeShapeType="1"/>
          </p:cNvSpPr>
          <p:nvPr>
            <p:ph type="pic" sz="quarter" idx="13"/>
          </p:nvPr>
        </p:nvSpPr>
        <p:spPr>
          <a:xfrm>
            <a:off x="0" y="0"/>
            <a:ext cx="12192000" cy="6858000"/>
          </a:xfrm>
          <a:prstGeom prst="rect">
            <a:avLst/>
          </a:prstGeom>
        </p:spPr>
        <p:txBody>
          <a:bodyPr/>
          <a:lstStyle/>
          <a:p>
            <a:r>
              <a:rPr lang="en-US"/>
              <a:t>Click icon to add picture</a:t>
            </a:r>
          </a:p>
        </p:txBody>
      </p:sp>
      <p:pic>
        <p:nvPicPr>
          <p:cNvPr id="5" name="Picture 4">
            <a:extLst>
              <a:ext uri="{FF2B5EF4-FFF2-40B4-BE49-F238E27FC236}">
                <a16:creationId xmlns:a16="http://schemas.microsoft.com/office/drawing/2014/main" id="{644561CB-C28E-2B9A-0BF9-49CA398334E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5342965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imple_Content – 4 column title, image, text">
    <p:bg>
      <p:bgPr>
        <a:solidFill>
          <a:schemeClr val="bg1"/>
        </a:solidFill>
        <a:effectLst/>
      </p:bgPr>
    </p:bg>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C745EF00-09E6-10CA-B1BF-5A7B7EC8063C}"/>
              </a:ext>
            </a:extLst>
          </p:cNvPr>
          <p:cNvSpPr>
            <a:spLocks noGrp="1" noRot="1" noMove="1" noResize="1" noEditPoints="1" noAdjustHandles="1" noChangeArrowheads="1" noChangeShapeType="1"/>
          </p:cNvSpPr>
          <p:nvPr>
            <p:ph type="body" sz="quarter" idx="15" hasCustomPrompt="1"/>
          </p:nvPr>
        </p:nvSpPr>
        <p:spPr>
          <a:xfrm>
            <a:off x="434508" y="409575"/>
            <a:ext cx="8569680" cy="1377950"/>
          </a:xfrm>
          <a:prstGeom prst="rect">
            <a:avLst/>
          </a:prstGeom>
        </p:spPr>
        <p:txBody>
          <a:bodyPr/>
          <a:lstStyle>
            <a:lvl1pPr marL="0" indent="0">
              <a:lnSpc>
                <a:spcPct val="100000"/>
              </a:lnSpc>
              <a:spcBef>
                <a:spcPts val="0"/>
              </a:spcBef>
              <a:buNone/>
              <a:defRPr sz="3600" b="1" i="0">
                <a:solidFill>
                  <a:schemeClr val="accent1"/>
                </a:solidFill>
                <a:latin typeface="UCL Sans SemiBold" pitchFamily="2" charset="77"/>
              </a:defRPr>
            </a:lvl1pPr>
            <a:lvl2pPr>
              <a:buNone/>
              <a:defRPr/>
            </a:lvl2pPr>
            <a:lvl3pPr>
              <a:buNone/>
              <a:defRPr/>
            </a:lvl3pPr>
            <a:lvl4pPr>
              <a:buNone/>
              <a:defRPr/>
            </a:lvl4pPr>
            <a:lvl5pPr>
              <a:buNone/>
              <a:defRPr/>
            </a:lvl5pPr>
          </a:lstStyle>
          <a:p>
            <a:pPr lvl="0"/>
            <a:r>
              <a:rPr lang="en-GB" dirty="0"/>
              <a:t>Headline </a:t>
            </a:r>
          </a:p>
          <a:p>
            <a:pPr lvl="0"/>
            <a:r>
              <a:rPr lang="en-GB" dirty="0"/>
              <a:t>UCL Sans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434507" y="2145327"/>
            <a:ext cx="2717527" cy="1748196"/>
          </a:xfrm>
          <a:prstGeom prst="rect">
            <a:avLst/>
          </a:prstGeom>
        </p:spPr>
        <p:txBody>
          <a:bodyPr/>
          <a:lstStyle/>
          <a:p>
            <a:r>
              <a:rPr lang="en-US"/>
              <a:t>Click icon to add picture</a:t>
            </a:r>
            <a:endParaRPr lang="en-US" dirty="0"/>
          </a:p>
        </p:txBody>
      </p:sp>
      <p:sp>
        <p:nvSpPr>
          <p:cNvPr id="2" name="Text Placeholder 3">
            <a:extLst>
              <a:ext uri="{FF2B5EF4-FFF2-40B4-BE49-F238E27FC236}">
                <a16:creationId xmlns:a16="http://schemas.microsoft.com/office/drawing/2014/main" id="{D8E98CA0-EAB4-835F-548A-B6C634C3B1F4}"/>
              </a:ext>
            </a:extLst>
          </p:cNvPr>
          <p:cNvSpPr>
            <a:spLocks noGrp="1"/>
          </p:cNvSpPr>
          <p:nvPr>
            <p:ph type="body" sz="half" idx="25" hasCustomPrompt="1"/>
          </p:nvPr>
        </p:nvSpPr>
        <p:spPr>
          <a:xfrm>
            <a:off x="434508" y="4087765"/>
            <a:ext cx="2717526"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p>
          <a:p>
            <a:pPr lvl="0"/>
            <a:r>
              <a:rPr lang="en-GB" dirty="0"/>
              <a:t>UCL Sans 18pt</a:t>
            </a:r>
          </a:p>
        </p:txBody>
      </p:sp>
      <p:sp>
        <p:nvSpPr>
          <p:cNvPr id="28" name="Picture Placeholder 6" descr="Add a clear, concise statement describing the main purpose of the image">
            <a:extLst>
              <a:ext uri="{FF2B5EF4-FFF2-40B4-BE49-F238E27FC236}">
                <a16:creationId xmlns:a16="http://schemas.microsoft.com/office/drawing/2014/main" id="{7A9B95BC-4D66-3908-97EF-FB4460F52B22}"/>
              </a:ext>
            </a:extLst>
          </p:cNvPr>
          <p:cNvSpPr>
            <a:spLocks noGrp="1"/>
          </p:cNvSpPr>
          <p:nvPr>
            <p:ph type="pic" sz="quarter" idx="16"/>
          </p:nvPr>
        </p:nvSpPr>
        <p:spPr>
          <a:xfrm>
            <a:off x="3481193" y="2145327"/>
            <a:ext cx="2539327" cy="1748196"/>
          </a:xfrm>
          <a:prstGeom prst="rect">
            <a:avLst/>
          </a:prstGeom>
        </p:spPr>
        <p:txBody>
          <a:bodyPr/>
          <a:lstStyle/>
          <a:p>
            <a:r>
              <a:rPr lang="en-US"/>
              <a:t>Click icon to add picture</a:t>
            </a:r>
          </a:p>
        </p:txBody>
      </p:sp>
      <p:sp>
        <p:nvSpPr>
          <p:cNvPr id="4" name="Text Placeholder 3">
            <a:extLst>
              <a:ext uri="{FF2B5EF4-FFF2-40B4-BE49-F238E27FC236}">
                <a16:creationId xmlns:a16="http://schemas.microsoft.com/office/drawing/2014/main" id="{991755B3-2EC0-736A-45CE-D2F11359FCF2}"/>
              </a:ext>
            </a:extLst>
          </p:cNvPr>
          <p:cNvSpPr>
            <a:spLocks noGrp="1"/>
          </p:cNvSpPr>
          <p:nvPr>
            <p:ph type="body" sz="half" idx="26" hasCustomPrompt="1"/>
          </p:nvPr>
        </p:nvSpPr>
        <p:spPr>
          <a:xfrm>
            <a:off x="3454053" y="4087765"/>
            <a:ext cx="2580038"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p>
          <a:p>
            <a:pPr lvl="0"/>
            <a:r>
              <a:rPr lang="en-GB" dirty="0"/>
              <a:t>UCL Sans 18pt</a:t>
            </a:r>
          </a:p>
        </p:txBody>
      </p:sp>
      <p:sp>
        <p:nvSpPr>
          <p:cNvPr id="35" name="Picture Placeholder 6" descr="Add a clear, concise statement describing the main purpose of the image">
            <a:extLst>
              <a:ext uri="{FF2B5EF4-FFF2-40B4-BE49-F238E27FC236}">
                <a16:creationId xmlns:a16="http://schemas.microsoft.com/office/drawing/2014/main" id="{C85375D3-F603-A1F9-0769-6A655B6E6692}"/>
              </a:ext>
            </a:extLst>
          </p:cNvPr>
          <p:cNvSpPr>
            <a:spLocks noGrp="1"/>
          </p:cNvSpPr>
          <p:nvPr>
            <p:ph type="pic" sz="quarter" idx="20"/>
          </p:nvPr>
        </p:nvSpPr>
        <p:spPr>
          <a:xfrm>
            <a:off x="6349679" y="2145327"/>
            <a:ext cx="2539327" cy="1748196"/>
          </a:xfrm>
          <a:prstGeom prst="rect">
            <a:avLst/>
          </a:prstGeom>
        </p:spPr>
        <p:txBody>
          <a:bodyPr/>
          <a:lstStyle/>
          <a:p>
            <a:r>
              <a:rPr lang="en-US"/>
              <a:t>Click icon to add picture</a:t>
            </a:r>
          </a:p>
        </p:txBody>
      </p:sp>
      <p:sp>
        <p:nvSpPr>
          <p:cNvPr id="5" name="Text Placeholder 3">
            <a:extLst>
              <a:ext uri="{FF2B5EF4-FFF2-40B4-BE49-F238E27FC236}">
                <a16:creationId xmlns:a16="http://schemas.microsoft.com/office/drawing/2014/main" id="{193885E6-59BA-3D4B-A49F-F83F0A580D69}"/>
              </a:ext>
            </a:extLst>
          </p:cNvPr>
          <p:cNvSpPr>
            <a:spLocks noGrp="1"/>
          </p:cNvSpPr>
          <p:nvPr>
            <p:ph type="body" sz="half" idx="27" hasCustomPrompt="1"/>
          </p:nvPr>
        </p:nvSpPr>
        <p:spPr>
          <a:xfrm>
            <a:off x="6336110" y="4087765"/>
            <a:ext cx="2580038"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p>
          <a:p>
            <a:pPr lvl="0"/>
            <a:r>
              <a:rPr lang="en-GB" dirty="0"/>
              <a:t>UCL Sans 18pt</a:t>
            </a:r>
          </a:p>
        </p:txBody>
      </p:sp>
      <p:sp>
        <p:nvSpPr>
          <p:cNvPr id="36" name="Picture Placeholder 6" descr="Add a clear, concise statement describing the main purpose of the image">
            <a:extLst>
              <a:ext uri="{FF2B5EF4-FFF2-40B4-BE49-F238E27FC236}">
                <a16:creationId xmlns:a16="http://schemas.microsoft.com/office/drawing/2014/main" id="{5B98E73B-EC26-695B-64A0-FE5244D0C7D7}"/>
              </a:ext>
            </a:extLst>
          </p:cNvPr>
          <p:cNvSpPr>
            <a:spLocks noGrp="1"/>
          </p:cNvSpPr>
          <p:nvPr>
            <p:ph type="pic" sz="quarter" idx="21"/>
          </p:nvPr>
        </p:nvSpPr>
        <p:spPr>
          <a:xfrm>
            <a:off x="9218166" y="2145327"/>
            <a:ext cx="2539327" cy="1748196"/>
          </a:xfrm>
          <a:prstGeom prst="rect">
            <a:avLst/>
          </a:prstGeom>
        </p:spPr>
        <p:txBody>
          <a:bodyPr/>
          <a:lstStyle/>
          <a:p>
            <a:r>
              <a:rPr lang="en-US"/>
              <a:t>Click icon to add picture</a:t>
            </a:r>
          </a:p>
        </p:txBody>
      </p:sp>
      <p:sp>
        <p:nvSpPr>
          <p:cNvPr id="6" name="Text Placeholder 3">
            <a:extLst>
              <a:ext uri="{FF2B5EF4-FFF2-40B4-BE49-F238E27FC236}">
                <a16:creationId xmlns:a16="http://schemas.microsoft.com/office/drawing/2014/main" id="{308DBC67-B009-AACF-4F14-CEE565C4E072}"/>
              </a:ext>
            </a:extLst>
          </p:cNvPr>
          <p:cNvSpPr>
            <a:spLocks noGrp="1"/>
          </p:cNvSpPr>
          <p:nvPr>
            <p:ph type="body" sz="half" idx="28" hasCustomPrompt="1"/>
          </p:nvPr>
        </p:nvSpPr>
        <p:spPr>
          <a:xfrm>
            <a:off x="9218166" y="4087765"/>
            <a:ext cx="2539326" cy="1377950"/>
          </a:xfrm>
          <a:prstGeom prst="rect">
            <a:avLst/>
          </a:prstGeom>
        </p:spPr>
        <p:txBody>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Body text, </a:t>
            </a:r>
          </a:p>
          <a:p>
            <a:pPr lvl="0"/>
            <a:r>
              <a:rPr lang="en-GB" dirty="0"/>
              <a:t>UCL Sans 18pt</a:t>
            </a:r>
          </a:p>
        </p:txBody>
      </p:sp>
      <p:pic>
        <p:nvPicPr>
          <p:cNvPr id="3" name="Picture 2">
            <a:extLst>
              <a:ext uri="{FF2B5EF4-FFF2-40B4-BE49-F238E27FC236}">
                <a16:creationId xmlns:a16="http://schemas.microsoft.com/office/drawing/2014/main" id="{D5C298C2-508C-1619-2F51-CD8DCF5CE8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6451012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UCL Instructions - Using the PowerPoint Templat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C2163B-CB7B-1F39-3497-AE8407BE193E}"/>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40309519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mplex _ Divider – 2 column title, text, table, ima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8" y="409575"/>
            <a:ext cx="3757703" cy="1830294"/>
          </a:xfrm>
          <a:prstGeom prst="rect">
            <a:avLst/>
          </a:prstGeom>
        </p:spPr>
        <p:txBody>
          <a:bodyPr anchor="t"/>
          <a:lstStyle>
            <a:lvl1pPr algn="l">
              <a:lnSpc>
                <a:spcPct val="100000"/>
              </a:lnSpc>
              <a:defRPr sz="3600">
                <a:solidFill>
                  <a:srgbClr val="FAFAFA"/>
                </a:solidFill>
              </a:defRPr>
            </a:lvl1pPr>
          </a:lstStyle>
          <a:p>
            <a:r>
              <a:rPr lang="en-GB" dirty="0"/>
              <a:t>Headline </a:t>
            </a:r>
            <a:br>
              <a:rPr lang="en-GB" dirty="0"/>
            </a:br>
            <a:r>
              <a:rPr lang="en-GB" dirty="0"/>
              <a:t>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1382624" y="2422525"/>
            <a:ext cx="3729218"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Subtitle, UCL Sans Regular 24pt</a:t>
            </a:r>
          </a:p>
        </p:txBody>
      </p:sp>
      <p:sp>
        <p:nvSpPr>
          <p:cNvPr id="4" name="Table Placeholder 3">
            <a:extLst>
              <a:ext uri="{FF2B5EF4-FFF2-40B4-BE49-F238E27FC236}">
                <a16:creationId xmlns:a16="http://schemas.microsoft.com/office/drawing/2014/main" id="{A4C55113-F63B-C02B-63A2-F9C817D9BF39}"/>
              </a:ext>
            </a:extLst>
          </p:cNvPr>
          <p:cNvSpPr>
            <a:spLocks noGrp="1"/>
          </p:cNvSpPr>
          <p:nvPr>
            <p:ph type="tbl" sz="quarter" idx="12"/>
          </p:nvPr>
        </p:nvSpPr>
        <p:spPr>
          <a:xfrm>
            <a:off x="1354139" y="3558615"/>
            <a:ext cx="2668022" cy="2828925"/>
          </a:xfrm>
          <a:prstGeom prst="rect">
            <a:avLst/>
          </a:prstGeom>
        </p:spPr>
        <p:txBody>
          <a:bodyPr/>
          <a:lstStyle/>
          <a:p>
            <a:r>
              <a:rPr lang="en-US"/>
              <a:t>Click icon to add table</a:t>
            </a:r>
            <a:endParaRPr lang="en-US" dirty="0"/>
          </a:p>
        </p:txBody>
      </p:sp>
      <p:sp>
        <p:nvSpPr>
          <p:cNvPr id="11" name="Text Placeholder 2">
            <a:extLst>
              <a:ext uri="{FF2B5EF4-FFF2-40B4-BE49-F238E27FC236}">
                <a16:creationId xmlns:a16="http://schemas.microsoft.com/office/drawing/2014/main" id="{F75F6D65-6CB4-1A07-17CB-355AFECF9D4B}"/>
              </a:ext>
            </a:extLst>
          </p:cNvPr>
          <p:cNvSpPr>
            <a:spLocks noGrp="1"/>
          </p:cNvSpPr>
          <p:nvPr>
            <p:ph type="body" idx="15" hasCustomPrompt="1"/>
          </p:nvPr>
        </p:nvSpPr>
        <p:spPr>
          <a:xfrm>
            <a:off x="5272740" y="882638"/>
            <a:ext cx="6508098" cy="412249"/>
          </a:xfrm>
          <a:prstGeom prst="rect">
            <a:avLst/>
          </a:prstGeom>
        </p:spPr>
        <p:txBody>
          <a:bodyPr lIns="0" tIns="0" rIns="0" bIns="0"/>
          <a:lstStyle>
            <a:lvl1pPr marL="0" indent="0">
              <a:lnSpc>
                <a:spcPct val="100000"/>
              </a:lnSpc>
              <a:spcBef>
                <a:spcPts val="0"/>
              </a:spcBef>
              <a:buNone/>
              <a:defRPr sz="18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p:cNvSpPr>
          <p:nvPr>
            <p:ph type="pic" idx="10"/>
          </p:nvPr>
        </p:nvSpPr>
        <p:spPr>
          <a:xfrm>
            <a:off x="5275105" y="1419226"/>
            <a:ext cx="6507320" cy="440638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3" name="Rectangle 2">
            <a:extLst>
              <a:ext uri="{FF2B5EF4-FFF2-40B4-BE49-F238E27FC236}">
                <a16:creationId xmlns:a16="http://schemas.microsoft.com/office/drawing/2014/main" id="{EC235949-2C3C-533B-6BE3-4C117E17EEF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255F678-9F19-2B31-68D4-F374061E815D}"/>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1456880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omplex _Content – 2 column 1 title, 2 images, 2 text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8"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1354138" y="2046440"/>
            <a:ext cx="5070914" cy="2160435"/>
          </a:xfrm>
          <a:prstGeom prst="rect">
            <a:avLst/>
          </a:prstGeom>
        </p:spPr>
        <p:txBody>
          <a:bodyPr/>
          <a:lstStyle/>
          <a:p>
            <a:r>
              <a:rPr lang="en-US"/>
              <a:t>Click icon to add picture</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1353402" y="4438650"/>
            <a:ext cx="5070914" cy="1006475"/>
          </a:xfrm>
          <a:prstGeom prst="rect">
            <a:avLst/>
          </a:prstGeom>
        </p:spPr>
        <p:txBody>
          <a:bodyPr/>
          <a:lstStyle>
            <a:lvl1pPr marL="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sp>
        <p:nvSpPr>
          <p:cNvPr id="8" name="Picture Placeholder 6" descr="Add a clear, concise statement describing the main purpose of the image">
            <a:extLst>
              <a:ext uri="{FF2B5EF4-FFF2-40B4-BE49-F238E27FC236}">
                <a16:creationId xmlns:a16="http://schemas.microsoft.com/office/drawing/2014/main" id="{AC751661-2014-7CB4-B61A-24EB30E04B80}"/>
              </a:ext>
            </a:extLst>
          </p:cNvPr>
          <p:cNvSpPr>
            <a:spLocks noGrp="1"/>
          </p:cNvSpPr>
          <p:nvPr>
            <p:ph type="pic" sz="quarter" idx="14"/>
          </p:nvPr>
        </p:nvSpPr>
        <p:spPr>
          <a:xfrm>
            <a:off x="6686368" y="2046440"/>
            <a:ext cx="5070914" cy="2160435"/>
          </a:xfrm>
          <a:prstGeom prst="rect">
            <a:avLst/>
          </a:prstGeom>
        </p:spPr>
        <p:txBody>
          <a:bodyPr/>
          <a:lstStyle/>
          <a:p>
            <a:r>
              <a:rPr lang="en-US"/>
              <a:t>Click icon to add picture</a:t>
            </a:r>
          </a:p>
        </p:txBody>
      </p:sp>
      <p:sp>
        <p:nvSpPr>
          <p:cNvPr id="5" name="Text Placeholder 7">
            <a:extLst>
              <a:ext uri="{FF2B5EF4-FFF2-40B4-BE49-F238E27FC236}">
                <a16:creationId xmlns:a16="http://schemas.microsoft.com/office/drawing/2014/main" id="{5584243F-83D4-EC28-5C47-CF5ACA19B5DC}"/>
              </a:ext>
            </a:extLst>
          </p:cNvPr>
          <p:cNvSpPr>
            <a:spLocks noGrp="1"/>
          </p:cNvSpPr>
          <p:nvPr>
            <p:ph type="body" sz="quarter" idx="12" hasCustomPrompt="1"/>
          </p:nvPr>
        </p:nvSpPr>
        <p:spPr>
          <a:xfrm>
            <a:off x="6686367" y="4438650"/>
            <a:ext cx="5049033" cy="1006475"/>
          </a:xfrm>
          <a:prstGeom prst="rect">
            <a:avLst/>
          </a:prstGeom>
        </p:spPr>
        <p:txBody>
          <a:bodyPr/>
          <a:lstStyle>
            <a:lvl1pPr marL="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sp>
        <p:nvSpPr>
          <p:cNvPr id="6" name="Rectangle 5">
            <a:extLst>
              <a:ext uri="{FF2B5EF4-FFF2-40B4-BE49-F238E27FC236}">
                <a16:creationId xmlns:a16="http://schemas.microsoft.com/office/drawing/2014/main" id="{2D31EA68-8F97-2C93-1DF1-0C50A907ABE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A935693-F1F7-EFB7-3F70-BBCEEF923D9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6326269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_Complex _Content – 2 column 1 title, 2 images, 2 text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8CF606E-A120-FD80-1208-6800F7AB3C83}"/>
              </a:ext>
            </a:extLst>
          </p:cNvPr>
          <p:cNvSpPr>
            <a:spLocks noGrp="1"/>
          </p:cNvSpPr>
          <p:nvPr>
            <p:ph type="ctrTitle" hasCustomPrompt="1"/>
          </p:nvPr>
        </p:nvSpPr>
        <p:spPr>
          <a:xfrm>
            <a:off x="1343450"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10" name="Picture Placeholder 6" descr="Add a clear, concise statement describing the main purpose of the image">
            <a:extLst>
              <a:ext uri="{FF2B5EF4-FFF2-40B4-BE49-F238E27FC236}">
                <a16:creationId xmlns:a16="http://schemas.microsoft.com/office/drawing/2014/main" id="{2F201AA6-C7B0-FA4A-12EF-F05A6A27B847}"/>
              </a:ext>
            </a:extLst>
          </p:cNvPr>
          <p:cNvSpPr>
            <a:spLocks noGrp="1"/>
          </p:cNvSpPr>
          <p:nvPr>
            <p:ph type="pic" sz="quarter" idx="13"/>
          </p:nvPr>
        </p:nvSpPr>
        <p:spPr>
          <a:xfrm>
            <a:off x="1343449" y="2046440"/>
            <a:ext cx="4502211" cy="3398685"/>
          </a:xfrm>
          <a:prstGeom prst="rect">
            <a:avLst/>
          </a:prstGeom>
        </p:spPr>
        <p:txBody>
          <a:bodyPr/>
          <a:lstStyle/>
          <a:p>
            <a:r>
              <a:rPr lang="en-US"/>
              <a:t>Click icon to add picture</a:t>
            </a:r>
          </a:p>
        </p:txBody>
      </p:sp>
      <p:sp>
        <p:nvSpPr>
          <p:cNvPr id="11" name="Text Placeholder 7">
            <a:extLst>
              <a:ext uri="{FF2B5EF4-FFF2-40B4-BE49-F238E27FC236}">
                <a16:creationId xmlns:a16="http://schemas.microsoft.com/office/drawing/2014/main" id="{3DB5FBAF-BF92-0B32-16AD-1D4746507FE2}"/>
              </a:ext>
            </a:extLst>
          </p:cNvPr>
          <p:cNvSpPr>
            <a:spLocks noGrp="1"/>
          </p:cNvSpPr>
          <p:nvPr>
            <p:ph type="body" sz="quarter" idx="11" hasCustomPrompt="1"/>
          </p:nvPr>
        </p:nvSpPr>
        <p:spPr>
          <a:xfrm>
            <a:off x="6096000" y="2046440"/>
            <a:ext cx="5684838" cy="3398685"/>
          </a:xfrm>
          <a:prstGeom prst="rect">
            <a:avLst/>
          </a:prstGeom>
        </p:spPr>
        <p:txBody>
          <a:bodyPr/>
          <a:lstStyle>
            <a:lvl1pPr marL="0" indent="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sp>
        <p:nvSpPr>
          <p:cNvPr id="6" name="Rectangle 5">
            <a:extLst>
              <a:ext uri="{FF2B5EF4-FFF2-40B4-BE49-F238E27FC236}">
                <a16:creationId xmlns:a16="http://schemas.microsoft.com/office/drawing/2014/main" id="{2D31EA68-8F97-2C93-1DF1-0C50A907ABE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8E64966-6EA4-2AE9-2F73-A1E95B461EBC}"/>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8495982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omplex _Content – 4 column title, 4 images, 4 text">
    <p:bg>
      <p:bgPr>
        <a:solidFill>
          <a:schemeClr val="bg1"/>
        </a:solidFill>
        <a:effectLst/>
      </p:bgPr>
    </p:bg>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C745EF00-09E6-10CA-B1BF-5A7B7EC8063C}"/>
              </a:ext>
            </a:extLst>
          </p:cNvPr>
          <p:cNvSpPr>
            <a:spLocks noGrp="1"/>
          </p:cNvSpPr>
          <p:nvPr>
            <p:ph type="body" sz="quarter" idx="15" hasCustomPrompt="1"/>
          </p:nvPr>
        </p:nvSpPr>
        <p:spPr>
          <a:xfrm>
            <a:off x="1354138" y="409575"/>
            <a:ext cx="8569680" cy="1377950"/>
          </a:xfrm>
          <a:prstGeom prst="rect">
            <a:avLst/>
          </a:prstGeom>
        </p:spPr>
        <p:txBody>
          <a:bodyPr/>
          <a:lstStyle>
            <a:lvl1pPr>
              <a:lnSpc>
                <a:spcPct val="100000"/>
              </a:lnSpc>
              <a:spcBef>
                <a:spcPts val="0"/>
              </a:spcBef>
              <a:buNone/>
              <a:defRPr sz="3600" b="1" i="0">
                <a:solidFill>
                  <a:schemeClr val="accent1"/>
                </a:solidFill>
                <a:latin typeface="UCL Sans SemiBold" pitchFamily="2" charset="77"/>
              </a:defRPr>
            </a:lvl1pPr>
            <a:lvl2pPr>
              <a:buNone/>
              <a:defRPr/>
            </a:lvl2pPr>
            <a:lvl3pPr>
              <a:buNone/>
              <a:defRPr/>
            </a:lvl3pPr>
            <a:lvl4pPr>
              <a:buNone/>
              <a:defRPr/>
            </a:lvl4pPr>
            <a:lvl5pPr>
              <a:buNone/>
              <a:defRPr/>
            </a:lvl5pPr>
          </a:lstStyle>
          <a:p>
            <a:pPr lvl="0"/>
            <a:r>
              <a:rPr lang="en-GB" dirty="0"/>
              <a:t>Headline </a:t>
            </a:r>
          </a:p>
          <a:p>
            <a:pPr lvl="0"/>
            <a:r>
              <a:rPr lang="en-GB" dirty="0"/>
              <a:t>UCL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1354136" y="2185495"/>
            <a:ext cx="2445318" cy="1748196"/>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5" y="4204795"/>
            <a:ext cx="2438375" cy="1242244"/>
          </a:xfrm>
          <a:prstGeom prst="rect">
            <a:avLst/>
          </a:prstGeom>
        </p:spPr>
        <p:txBody>
          <a:bodyPr anchor="t"/>
          <a:lstStyle>
            <a:lvl1pPr marL="0" marR="0" indent="0" algn="l" defTabSz="914400" rtl="0" eaLnBrk="1" fontAlgn="auto" latinLnBrk="0" hangingPunct="1">
              <a:lnSpc>
                <a:spcPct val="100000"/>
              </a:lnSpc>
              <a:spcBef>
                <a:spcPct val="0"/>
              </a:spcBef>
              <a:spcAft>
                <a:spcPts val="0"/>
              </a:spcAft>
              <a:buClrTx/>
              <a:buSzTx/>
              <a:buFontTx/>
              <a:buNone/>
              <a:tabLst/>
              <a:defRPr sz="1800" b="0" i="0">
                <a:solidFill>
                  <a:schemeClr val="tx2"/>
                </a:solidFill>
                <a:latin typeface="UCL Sans" pitchFamily="2" charset="77"/>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dirty="0"/>
              <a:t>Body text, </a:t>
            </a:r>
            <a:br>
              <a:rPr lang="en-GB" dirty="0"/>
            </a:br>
            <a:r>
              <a:rPr lang="en-GB" dirty="0"/>
              <a:t>UCL Sans Regular 18pt</a:t>
            </a:r>
          </a:p>
        </p:txBody>
      </p:sp>
      <p:sp>
        <p:nvSpPr>
          <p:cNvPr id="28" name="Picture Placeholder 6" descr="Add a clear, concise statement describing the main purpose of the image">
            <a:extLst>
              <a:ext uri="{FF2B5EF4-FFF2-40B4-BE49-F238E27FC236}">
                <a16:creationId xmlns:a16="http://schemas.microsoft.com/office/drawing/2014/main" id="{7A9B95BC-4D66-3908-97EF-FB4460F52B22}"/>
              </a:ext>
            </a:extLst>
          </p:cNvPr>
          <p:cNvSpPr>
            <a:spLocks noGrp="1"/>
          </p:cNvSpPr>
          <p:nvPr>
            <p:ph type="pic" sz="quarter" idx="16"/>
          </p:nvPr>
        </p:nvSpPr>
        <p:spPr>
          <a:xfrm>
            <a:off x="4014597" y="2185495"/>
            <a:ext cx="2445318" cy="1748196"/>
          </a:xfrm>
          <a:prstGeom prst="rect">
            <a:avLst/>
          </a:prstGeom>
        </p:spPr>
        <p:txBody>
          <a:bodyPr/>
          <a:lstStyle/>
          <a:p>
            <a:r>
              <a:rPr lang="en-US"/>
              <a:t>Click icon to add picture</a:t>
            </a:r>
          </a:p>
        </p:txBody>
      </p:sp>
      <p:sp>
        <p:nvSpPr>
          <p:cNvPr id="30" name="Text Placeholder 29">
            <a:extLst>
              <a:ext uri="{FF2B5EF4-FFF2-40B4-BE49-F238E27FC236}">
                <a16:creationId xmlns:a16="http://schemas.microsoft.com/office/drawing/2014/main" id="{FBDDB7BF-E334-9161-E3A7-3D392EA86CA2}"/>
              </a:ext>
            </a:extLst>
          </p:cNvPr>
          <p:cNvSpPr>
            <a:spLocks noGrp="1"/>
          </p:cNvSpPr>
          <p:nvPr>
            <p:ph type="body" sz="quarter" idx="17" hasCustomPrompt="1"/>
          </p:nvPr>
        </p:nvSpPr>
        <p:spPr>
          <a:xfrm>
            <a:off x="4014597" y="4204795"/>
            <a:ext cx="2445318" cy="1268976"/>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35" name="Picture Placeholder 6" descr="Add a clear, concise statement describing the main purpose of the image">
            <a:extLst>
              <a:ext uri="{FF2B5EF4-FFF2-40B4-BE49-F238E27FC236}">
                <a16:creationId xmlns:a16="http://schemas.microsoft.com/office/drawing/2014/main" id="{C85375D3-F603-A1F9-0769-6A655B6E6692}"/>
              </a:ext>
            </a:extLst>
          </p:cNvPr>
          <p:cNvSpPr>
            <a:spLocks noGrp="1"/>
          </p:cNvSpPr>
          <p:nvPr>
            <p:ph type="pic" sz="quarter" idx="20"/>
          </p:nvPr>
        </p:nvSpPr>
        <p:spPr>
          <a:xfrm>
            <a:off x="6675058" y="2185495"/>
            <a:ext cx="2445318" cy="1748196"/>
          </a:xfrm>
          <a:prstGeom prst="rect">
            <a:avLst/>
          </a:prstGeom>
        </p:spPr>
        <p:txBody>
          <a:bodyPr/>
          <a:lstStyle/>
          <a:p>
            <a:r>
              <a:rPr lang="en-US"/>
              <a:t>Click icon to add picture</a:t>
            </a:r>
          </a:p>
        </p:txBody>
      </p:sp>
      <p:sp>
        <p:nvSpPr>
          <p:cNvPr id="32" name="Text Placeholder 31">
            <a:extLst>
              <a:ext uri="{FF2B5EF4-FFF2-40B4-BE49-F238E27FC236}">
                <a16:creationId xmlns:a16="http://schemas.microsoft.com/office/drawing/2014/main" id="{C1102347-D73B-9C6D-7E2C-F4283EC520FF}"/>
              </a:ext>
            </a:extLst>
          </p:cNvPr>
          <p:cNvSpPr>
            <a:spLocks noGrp="1"/>
          </p:cNvSpPr>
          <p:nvPr>
            <p:ph type="body" sz="quarter" idx="18" hasCustomPrompt="1"/>
          </p:nvPr>
        </p:nvSpPr>
        <p:spPr>
          <a:xfrm>
            <a:off x="6675058" y="4204795"/>
            <a:ext cx="2426413" cy="1242244"/>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36" name="Picture Placeholder 6" descr="Add a clear, concise statement describing the main purpose of the image">
            <a:extLst>
              <a:ext uri="{FF2B5EF4-FFF2-40B4-BE49-F238E27FC236}">
                <a16:creationId xmlns:a16="http://schemas.microsoft.com/office/drawing/2014/main" id="{5B98E73B-EC26-695B-64A0-FE5244D0C7D7}"/>
              </a:ext>
            </a:extLst>
          </p:cNvPr>
          <p:cNvSpPr>
            <a:spLocks noGrp="1"/>
          </p:cNvSpPr>
          <p:nvPr>
            <p:ph type="pic" sz="quarter" idx="21"/>
          </p:nvPr>
        </p:nvSpPr>
        <p:spPr>
          <a:xfrm>
            <a:off x="9335520" y="2185495"/>
            <a:ext cx="2445318" cy="1748196"/>
          </a:xfrm>
          <a:prstGeom prst="rect">
            <a:avLst/>
          </a:prstGeom>
        </p:spPr>
        <p:txBody>
          <a:bodyPr/>
          <a:lstStyle/>
          <a:p>
            <a:r>
              <a:rPr lang="en-US"/>
              <a:t>Click icon to add picture</a:t>
            </a:r>
          </a:p>
        </p:txBody>
      </p:sp>
      <p:sp>
        <p:nvSpPr>
          <p:cNvPr id="34" name="Text Placeholder 33">
            <a:extLst>
              <a:ext uri="{FF2B5EF4-FFF2-40B4-BE49-F238E27FC236}">
                <a16:creationId xmlns:a16="http://schemas.microsoft.com/office/drawing/2014/main" id="{B62033B8-9ECF-6181-24C6-8380692FF4A0}"/>
              </a:ext>
            </a:extLst>
          </p:cNvPr>
          <p:cNvSpPr>
            <a:spLocks noGrp="1"/>
          </p:cNvSpPr>
          <p:nvPr>
            <p:ph type="body" sz="quarter" idx="19" hasCustomPrompt="1"/>
          </p:nvPr>
        </p:nvSpPr>
        <p:spPr>
          <a:xfrm>
            <a:off x="9320932" y="4204795"/>
            <a:ext cx="2459905" cy="1266825"/>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4" name="Rectangle 3">
            <a:extLst>
              <a:ext uri="{FF2B5EF4-FFF2-40B4-BE49-F238E27FC236}">
                <a16:creationId xmlns:a16="http://schemas.microsoft.com/office/drawing/2014/main" id="{ABD764E0-C2A5-851D-9E15-7970376FAD1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1993"/>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EE115A2-315F-2C75-AD3F-871CC5AAC4DF}"/>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6153795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omplex _Content – 2 column title, 1 subheading, 2 image/graphs/charts">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E879B5DC-7300-88F8-C308-CBC1B2803C67}"/>
              </a:ext>
            </a:extLst>
          </p:cNvPr>
          <p:cNvSpPr>
            <a:spLocks noGrp="1"/>
          </p:cNvSpPr>
          <p:nvPr>
            <p:ph type="body" sz="half" idx="2" hasCustomPrompt="1"/>
          </p:nvPr>
        </p:nvSpPr>
        <p:spPr>
          <a:xfrm>
            <a:off x="1354139" y="421180"/>
            <a:ext cx="4303112" cy="1560910"/>
          </a:xfrm>
          <a:prstGeom prst="rect">
            <a:avLst/>
          </a:prstGeom>
        </p:spPr>
        <p:txBody>
          <a:bodyPr/>
          <a:lstStyle>
            <a:lvl1pPr marL="0" indent="0">
              <a:lnSpc>
                <a:spcPct val="100000"/>
              </a:lnSpc>
              <a:spcBef>
                <a:spcPts val="0"/>
              </a:spcBef>
              <a:buNone/>
              <a:defRPr sz="3600" b="1" i="0">
                <a:solidFill>
                  <a:schemeClr val="accent1"/>
                </a:solidFill>
                <a:latin typeface="UCL Sans Semi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Headline </a:t>
            </a:r>
          </a:p>
          <a:p>
            <a:pPr lvl="0"/>
            <a:r>
              <a:rPr lang="en-GB" dirty="0"/>
              <a:t>UCL Sans </a:t>
            </a:r>
          </a:p>
          <a:p>
            <a:pPr lvl="0"/>
            <a:r>
              <a:rPr lang="en-GB" dirty="0" err="1"/>
              <a:t>SemiBold</a:t>
            </a:r>
            <a:r>
              <a:rPr lang="en-GB" dirty="0"/>
              <a:t> 36pt</a:t>
            </a:r>
          </a:p>
        </p:txBody>
      </p:sp>
      <p:sp>
        <p:nvSpPr>
          <p:cNvPr id="9" name="Text Placeholder 3">
            <a:extLst>
              <a:ext uri="{FF2B5EF4-FFF2-40B4-BE49-F238E27FC236}">
                <a16:creationId xmlns:a16="http://schemas.microsoft.com/office/drawing/2014/main" id="{BD51B5E5-6C5C-CBFB-B0B8-D64DB5640EBC}"/>
              </a:ext>
            </a:extLst>
          </p:cNvPr>
          <p:cNvSpPr>
            <a:spLocks noGrp="1"/>
          </p:cNvSpPr>
          <p:nvPr>
            <p:ph type="body" sz="half" idx="13" hasCustomPrompt="1"/>
          </p:nvPr>
        </p:nvSpPr>
        <p:spPr>
          <a:xfrm>
            <a:off x="6096001" y="419192"/>
            <a:ext cx="5684838" cy="1128506"/>
          </a:xfrm>
          <a:prstGeom prst="rect">
            <a:avLst/>
          </a:prstGeom>
        </p:spPr>
        <p:txBody>
          <a:bodyPr/>
          <a:lstStyle>
            <a:lvl1pPr marL="0" indent="0">
              <a:lnSpc>
                <a:spcPct val="100000"/>
              </a:lnSpc>
              <a:spcBef>
                <a:spcPts val="0"/>
              </a:spcBef>
              <a:buNone/>
              <a:defRPr sz="2400" b="0" i="0">
                <a:solidFill>
                  <a:schemeClr val="accent1"/>
                </a:solidFill>
                <a:latin typeface="UCL Sans"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Subheading text style, </a:t>
            </a:r>
          </a:p>
          <a:p>
            <a:pPr lvl="0"/>
            <a:r>
              <a:rPr lang="en-GB" dirty="0"/>
              <a:t>UCL Sans regular 24pt</a:t>
            </a:r>
          </a:p>
        </p:txBody>
      </p:sp>
      <p:sp>
        <p:nvSpPr>
          <p:cNvPr id="6" name="Content Placeholder 3">
            <a:extLst>
              <a:ext uri="{FF2B5EF4-FFF2-40B4-BE49-F238E27FC236}">
                <a16:creationId xmlns:a16="http://schemas.microsoft.com/office/drawing/2014/main" id="{129D6C95-4A5B-9C67-29AF-2DE954D6E43F}"/>
              </a:ext>
            </a:extLst>
          </p:cNvPr>
          <p:cNvSpPr>
            <a:spLocks noGrp="1"/>
          </p:cNvSpPr>
          <p:nvPr>
            <p:ph sz="half" idx="1" hasCustomPrompt="1"/>
          </p:nvPr>
        </p:nvSpPr>
        <p:spPr>
          <a:xfrm>
            <a:off x="1354138" y="2422525"/>
            <a:ext cx="4303112" cy="302260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p:txBody>
      </p:sp>
      <p:sp>
        <p:nvSpPr>
          <p:cNvPr id="7" name="Content Placeholder 5">
            <a:extLst>
              <a:ext uri="{FF2B5EF4-FFF2-40B4-BE49-F238E27FC236}">
                <a16:creationId xmlns:a16="http://schemas.microsoft.com/office/drawing/2014/main" id="{80A7D660-C734-F70C-8436-BC3EFE9A5B2D}"/>
              </a:ext>
            </a:extLst>
          </p:cNvPr>
          <p:cNvSpPr>
            <a:spLocks noGrp="1"/>
          </p:cNvSpPr>
          <p:nvPr>
            <p:ph sz="half" idx="12" hasCustomPrompt="1"/>
          </p:nvPr>
        </p:nvSpPr>
        <p:spPr>
          <a:xfrm>
            <a:off x="6096000" y="2422525"/>
            <a:ext cx="5649921" cy="302260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a:p>
            <a:endParaRPr lang="en-US" dirty="0"/>
          </a:p>
        </p:txBody>
      </p:sp>
      <p:sp>
        <p:nvSpPr>
          <p:cNvPr id="11" name="Rectangle 10">
            <a:extLst>
              <a:ext uri="{FF2B5EF4-FFF2-40B4-BE49-F238E27FC236}">
                <a16:creationId xmlns:a16="http://schemas.microsoft.com/office/drawing/2014/main" id="{82194073-EA37-1F6C-8979-A5566C6B651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8137"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EC4CDE7-BB95-C8A0-730E-D626B97500E6}"/>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3524668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_Content – full page image white logo">
    <p:spTree>
      <p:nvGrpSpPr>
        <p:cNvPr id="1" name=""/>
        <p:cNvGrpSpPr/>
        <p:nvPr/>
      </p:nvGrpSpPr>
      <p:grpSpPr>
        <a:xfrm>
          <a:off x="0" y="0"/>
          <a:ext cx="0" cy="0"/>
          <a:chOff x="0" y="0"/>
          <a:chExt cx="0" cy="0"/>
        </a:xfrm>
      </p:grpSpPr>
      <p:sp>
        <p:nvSpPr>
          <p:cNvPr id="2" name="Picture Placeholder 6" descr="Add a clear, concise statement describing the main purpose of the image">
            <a:extLst>
              <a:ext uri="{FF2B5EF4-FFF2-40B4-BE49-F238E27FC236}">
                <a16:creationId xmlns:a16="http://schemas.microsoft.com/office/drawing/2014/main" id="{ECFBA17C-2B5D-255B-BB8F-D30D74D054C3}"/>
              </a:ext>
            </a:extLst>
          </p:cNvPr>
          <p:cNvSpPr>
            <a:spLocks noGrp="1" noRot="1" noMove="1" noResize="1" noEditPoints="1" noAdjustHandles="1" noChangeArrowheads="1" noChangeShapeType="1"/>
          </p:cNvSpPr>
          <p:nvPr>
            <p:ph type="pic" sz="quarter" idx="13"/>
          </p:nvPr>
        </p:nvSpPr>
        <p:spPr>
          <a:xfrm>
            <a:off x="391438" y="0"/>
            <a:ext cx="11800562" cy="6858000"/>
          </a:xfrm>
          <a:prstGeom prst="rect">
            <a:avLst/>
          </a:prstGeom>
        </p:spPr>
        <p:txBody>
          <a:bodyPr/>
          <a:lstStyle/>
          <a:p>
            <a:r>
              <a:rPr lang="en-US"/>
              <a:t>Click icon to add picture</a:t>
            </a:r>
          </a:p>
        </p:txBody>
      </p:sp>
      <p:sp>
        <p:nvSpPr>
          <p:cNvPr id="11" name="Rectangle 10">
            <a:extLst>
              <a:ext uri="{FF2B5EF4-FFF2-40B4-BE49-F238E27FC236}">
                <a16:creationId xmlns:a16="http://schemas.microsoft.com/office/drawing/2014/main" id="{82194073-EA37-1F6C-8979-A5566C6B651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8137"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392A8DC-7EF8-37EE-2959-687D81C066F9}"/>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0890" y="6067187"/>
            <a:ext cx="1432605" cy="402117"/>
          </a:xfrm>
          <a:prstGeom prst="rect">
            <a:avLst/>
          </a:prstGeom>
        </p:spPr>
      </p:pic>
    </p:spTree>
    <p:extLst>
      <p:ext uri="{BB962C8B-B14F-4D97-AF65-F5344CB8AC3E}">
        <p14:creationId xmlns:p14="http://schemas.microsoft.com/office/powerpoint/2010/main" val="37285603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E0059CEF-3C42-496C-98A7-B10FD3D47508}" type="datetimeFigureOut">
              <a:rPr lang="en-GB" smtClean="0"/>
              <a:t>06/09/2026</a:t>
            </a:fld>
            <a:endParaRPr lang="en-GB"/>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1A1336CE-9010-46F1-A4FF-640C69897228}" type="slidenum">
              <a:rPr lang="en-GB" smtClean="0"/>
              <a:t>‹#›</a:t>
            </a:fld>
            <a:endParaRPr lang="en-GB"/>
          </a:p>
        </p:txBody>
      </p:sp>
    </p:spTree>
    <p:extLst>
      <p:ext uri="{BB962C8B-B14F-4D97-AF65-F5344CB8AC3E}">
        <p14:creationId xmlns:p14="http://schemas.microsoft.com/office/powerpoint/2010/main" val="3577256380"/>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mplex_Title  - 2/3 line heading, image and text">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FF246E73-D036-D034-B53B-3390FBBB5D0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idx="10" hasCustomPrompt="1"/>
          </p:nvPr>
        </p:nvSpPr>
        <p:spPr>
          <a:xfrm>
            <a:off x="-7474" y="0"/>
            <a:ext cx="12192000" cy="6858000"/>
          </a:xfrm>
          <a:prstGeom prst="rect">
            <a:avLst/>
          </a:prstGeom>
        </p:spPr>
        <p:txBody>
          <a:bodyPr/>
          <a:lstStyle>
            <a:lvl1pPr marL="0" indent="0" algn="r">
              <a:buNone/>
              <a:defRPr sz="1100"/>
            </a:lvl1pPr>
            <a:lvl2pPr marL="457200" indent="0">
              <a:buNone/>
              <a:defRPr sz="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dirty="0"/>
              <a:t>Insert and image</a:t>
            </a:r>
          </a:p>
        </p:txBody>
      </p:sp>
      <p:pic>
        <p:nvPicPr>
          <p:cNvPr id="2" name="Picture 1" descr="UCL logo, University College London">
            <a:extLst>
              <a:ext uri="{FF2B5EF4-FFF2-40B4-BE49-F238E27FC236}">
                <a16:creationId xmlns:a16="http://schemas.microsoft.com/office/drawing/2014/main" id="{3EE928D3-B605-30AB-BA7D-FB2B1FC48EF2}"/>
              </a:ext>
            </a:extLst>
          </p:cNvPr>
          <p:cNvPicPr>
            <a:picLocks noChangeAspect="1"/>
          </p:cNvPicPr>
          <p:nvPr/>
        </p:nvPicPr>
        <p:blipFill>
          <a:blip r:embed="rId2"/>
          <a:stretch>
            <a:fillRect/>
          </a:stretch>
        </p:blipFill>
        <p:spPr>
          <a:xfrm>
            <a:off x="8937625" y="5653541"/>
            <a:ext cx="2843213" cy="798059"/>
          </a:xfrm>
          <a:prstGeom prst="rect">
            <a:avLst/>
          </a:prstGeom>
        </p:spPr>
      </p:pic>
      <p:sp>
        <p:nvSpPr>
          <p:cNvPr id="3" name="Text Placeholder 2">
            <a:extLst>
              <a:ext uri="{FF2B5EF4-FFF2-40B4-BE49-F238E27FC236}">
                <a16:creationId xmlns:a16="http://schemas.microsoft.com/office/drawing/2014/main" id="{78B86FC5-1258-6FBF-23A7-19183EBBA39E}"/>
              </a:ext>
            </a:extLst>
          </p:cNvPr>
          <p:cNvSpPr>
            <a:spLocks noGrp="1" noRot="1" noMove="1" noResize="1" noEditPoints="1" noAdjustHandles="1" noChangeArrowheads="1" noChangeShapeType="1"/>
          </p:cNvSpPr>
          <p:nvPr>
            <p:ph type="body" sz="quarter" idx="11" hasCustomPrompt="1"/>
          </p:nvPr>
        </p:nvSpPr>
        <p:spPr>
          <a:xfrm>
            <a:off x="1401472" y="1"/>
            <a:ext cx="5633204" cy="6858000"/>
          </a:xfrm>
          <a:prstGeom prst="rect">
            <a:avLst/>
          </a:prstGeom>
          <a:solidFill>
            <a:schemeClr val="accent1"/>
          </a:solidFill>
        </p:spPr>
        <p:txBody>
          <a:bodyPr lIns="360000" tIns="360000" rIns="360000" bIns="360000"/>
          <a:lstStyle>
            <a:lvl1pPr marL="0" indent="0">
              <a:lnSpc>
                <a:spcPct val="100000"/>
              </a:lnSpc>
              <a:spcBef>
                <a:spcPts val="0"/>
              </a:spcBef>
              <a:buNone/>
              <a:defRPr sz="4200" b="1" i="0">
                <a:solidFill>
                  <a:schemeClr val="accent3"/>
                </a:solidFill>
                <a:latin typeface="UCL Sans SemiBold" pitchFamily="2" charset="77"/>
              </a:defRPr>
            </a:lvl1pPr>
          </a:lstStyle>
          <a:p>
            <a:pPr fontAlgn="auto">
              <a:spcAft>
                <a:spcPts val="0"/>
              </a:spcAft>
            </a:pPr>
            <a:r>
              <a:rPr lang="en-GB" sz="4200" dirty="0">
                <a:solidFill>
                  <a:schemeClr val="accent3"/>
                </a:solidFill>
              </a:rPr>
              <a:t>Main Headline style slide UCL Sans </a:t>
            </a:r>
            <a:r>
              <a:rPr lang="en-GB" sz="4200" dirty="0" err="1">
                <a:solidFill>
                  <a:schemeClr val="accent3"/>
                </a:solidFill>
              </a:rPr>
              <a:t>SemiBold</a:t>
            </a:r>
            <a:r>
              <a:rPr lang="en-GB" sz="4200" dirty="0">
                <a:solidFill>
                  <a:schemeClr val="accent3"/>
                </a:solidFill>
              </a:rPr>
              <a:t> 42pt 2-3 lines max</a:t>
            </a:r>
            <a:endParaRPr lang="en-US" sz="4200" dirty="0">
              <a:solidFill>
                <a:schemeClr val="accent3"/>
              </a:solidFill>
            </a:endParaRPr>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1791890" y="3455778"/>
            <a:ext cx="4807745" cy="707707"/>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a:t>
            </a:r>
          </a:p>
          <a:p>
            <a:pPr lvl="0"/>
            <a:r>
              <a:rPr lang="en-GB" dirty="0"/>
              <a:t>UCL Sans regular 24pt</a:t>
            </a:r>
          </a:p>
        </p:txBody>
      </p:sp>
      <p:sp>
        <p:nvSpPr>
          <p:cNvPr id="5" name="Text Placeholder 2">
            <a:extLst>
              <a:ext uri="{FF2B5EF4-FFF2-40B4-BE49-F238E27FC236}">
                <a16:creationId xmlns:a16="http://schemas.microsoft.com/office/drawing/2014/main" id="{31780D4D-96BC-3F19-6FFC-D0D6B82AF61A}"/>
              </a:ext>
            </a:extLst>
          </p:cNvPr>
          <p:cNvSpPr>
            <a:spLocks noGrp="1"/>
          </p:cNvSpPr>
          <p:nvPr>
            <p:ph type="body" idx="12" hasCustomPrompt="1"/>
          </p:nvPr>
        </p:nvSpPr>
        <p:spPr>
          <a:xfrm>
            <a:off x="1791889" y="4503309"/>
            <a:ext cx="4807745" cy="265046"/>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18px</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5887" y="0"/>
            <a:ext cx="409575"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3D0518E-CF11-EBA3-9663-A8A79A187D4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7034676" y="4532"/>
            <a:ext cx="470692" cy="68534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30239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lex _Content – 1 column title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5136124" y="409575"/>
            <a:ext cx="6604548" cy="1009650"/>
          </a:xfrm>
          <a:prstGeom prst="rect">
            <a:avLst/>
          </a:prstGeom>
        </p:spPr>
        <p:txBody>
          <a:bodyPr anchor="t"/>
          <a:lstStyle>
            <a:lvl1pPr algn="l">
              <a:lnSpc>
                <a:spcPct val="100000"/>
              </a:lnSpc>
              <a:defRPr sz="3600">
                <a:solidFill>
                  <a:schemeClr val="bg1"/>
                </a:solidFill>
              </a:defRPr>
            </a:lvl1pPr>
          </a:lstStyle>
          <a:p>
            <a:pPr lvl="0"/>
            <a:r>
              <a:rPr lang="en-GB" dirty="0"/>
              <a:t>Divider section Title </a:t>
            </a:r>
            <a:br>
              <a:rPr lang="en-GB" dirty="0"/>
            </a:br>
            <a:r>
              <a:rPr lang="en-GB" dirty="0"/>
              <a:t>UCL Sans </a:t>
            </a: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5136124" y="1916825"/>
            <a:ext cx="6604547" cy="3528300"/>
          </a:xfrm>
          <a:prstGeom prst="rect">
            <a:avLst/>
          </a:prstGeom>
        </p:spPr>
        <p:txBody>
          <a:bodyPr/>
          <a:lstStyle>
            <a:lvl1pPr marL="0" indent="0">
              <a:lnSpc>
                <a:spcPct val="100000"/>
              </a:lnSpc>
              <a:spcBef>
                <a:spcPts val="0"/>
              </a:spcBef>
              <a:buFont typeface="Wingdings" pitchFamily="2" charset="2"/>
              <a:buNone/>
              <a:defRPr sz="1800">
                <a:solidFill>
                  <a:schemeClr val="bg1"/>
                </a:solidFill>
              </a:defRPr>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sp>
        <p:nvSpPr>
          <p:cNvPr id="5" name="Rectangle 4">
            <a:extLst>
              <a:ext uri="{FF2B5EF4-FFF2-40B4-BE49-F238E27FC236}">
                <a16:creationId xmlns:a16="http://schemas.microsoft.com/office/drawing/2014/main" id="{7DFDE716-F6EE-9CD2-4183-C3966BF52E8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354138" y="0"/>
            <a:ext cx="18923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C99A0D4-0838-5973-6802-0E9A93433AF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4535" y="2448"/>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D64D565B-2E0B-B3BA-562F-3D6EFC90B27B}"/>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23314403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lex _ Divider – 2 column title, text, table, ima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8" y="409575"/>
            <a:ext cx="3757703" cy="1830294"/>
          </a:xfrm>
          <a:prstGeom prst="rect">
            <a:avLst/>
          </a:prstGeom>
        </p:spPr>
        <p:txBody>
          <a:bodyPr anchor="t"/>
          <a:lstStyle>
            <a:lvl1pPr algn="l">
              <a:lnSpc>
                <a:spcPct val="100000"/>
              </a:lnSpc>
              <a:defRPr sz="3600">
                <a:solidFill>
                  <a:srgbClr val="FAFAFA"/>
                </a:solidFill>
              </a:defRPr>
            </a:lvl1pPr>
          </a:lstStyle>
          <a:p>
            <a:r>
              <a:rPr lang="en-GB" dirty="0"/>
              <a:t>Headline </a:t>
            </a:r>
            <a:br>
              <a:rPr lang="en-GB" dirty="0"/>
            </a:br>
            <a:r>
              <a:rPr lang="en-GB" dirty="0"/>
              <a:t>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1382624" y="2422525"/>
            <a:ext cx="3729218"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Subtitle, UCL Sans Regular 24pt</a:t>
            </a:r>
          </a:p>
        </p:txBody>
      </p:sp>
      <p:sp>
        <p:nvSpPr>
          <p:cNvPr id="4" name="Table Placeholder 3">
            <a:extLst>
              <a:ext uri="{FF2B5EF4-FFF2-40B4-BE49-F238E27FC236}">
                <a16:creationId xmlns:a16="http://schemas.microsoft.com/office/drawing/2014/main" id="{A4C55113-F63B-C02B-63A2-F9C817D9BF39}"/>
              </a:ext>
            </a:extLst>
          </p:cNvPr>
          <p:cNvSpPr>
            <a:spLocks noGrp="1"/>
          </p:cNvSpPr>
          <p:nvPr>
            <p:ph type="tbl" sz="quarter" idx="12"/>
          </p:nvPr>
        </p:nvSpPr>
        <p:spPr>
          <a:xfrm>
            <a:off x="1354139" y="3558615"/>
            <a:ext cx="2668022" cy="2828925"/>
          </a:xfrm>
          <a:prstGeom prst="rect">
            <a:avLst/>
          </a:prstGeom>
        </p:spPr>
        <p:txBody>
          <a:bodyPr/>
          <a:lstStyle/>
          <a:p>
            <a:r>
              <a:rPr lang="en-US"/>
              <a:t>Click icon to add table</a:t>
            </a:r>
            <a:endParaRPr lang="en-US" dirty="0"/>
          </a:p>
        </p:txBody>
      </p:sp>
      <p:sp>
        <p:nvSpPr>
          <p:cNvPr id="11" name="Text Placeholder 2">
            <a:extLst>
              <a:ext uri="{FF2B5EF4-FFF2-40B4-BE49-F238E27FC236}">
                <a16:creationId xmlns:a16="http://schemas.microsoft.com/office/drawing/2014/main" id="{F75F6D65-6CB4-1A07-17CB-355AFECF9D4B}"/>
              </a:ext>
            </a:extLst>
          </p:cNvPr>
          <p:cNvSpPr>
            <a:spLocks noGrp="1"/>
          </p:cNvSpPr>
          <p:nvPr>
            <p:ph type="body" idx="15" hasCustomPrompt="1"/>
          </p:nvPr>
        </p:nvSpPr>
        <p:spPr>
          <a:xfrm>
            <a:off x="5272740" y="882638"/>
            <a:ext cx="6508098" cy="412249"/>
          </a:xfrm>
          <a:prstGeom prst="rect">
            <a:avLst/>
          </a:prstGeom>
        </p:spPr>
        <p:txBody>
          <a:bodyPr lIns="0" tIns="0" rIns="0" bIns="0"/>
          <a:lstStyle>
            <a:lvl1pPr marL="0" indent="0">
              <a:lnSpc>
                <a:spcPct val="100000"/>
              </a:lnSpc>
              <a:spcBef>
                <a:spcPts val="0"/>
              </a:spcBef>
              <a:buNone/>
              <a:defRPr sz="18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p:cNvSpPr>
          <p:nvPr>
            <p:ph type="pic" idx="10"/>
          </p:nvPr>
        </p:nvSpPr>
        <p:spPr>
          <a:xfrm>
            <a:off x="5275105" y="1419226"/>
            <a:ext cx="6507320" cy="440638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3" name="Rectangle 2">
            <a:extLst>
              <a:ext uri="{FF2B5EF4-FFF2-40B4-BE49-F238E27FC236}">
                <a16:creationId xmlns:a16="http://schemas.microsoft.com/office/drawing/2014/main" id="{EC235949-2C3C-533B-6BE3-4C117E17EEF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255F678-9F19-2B31-68D4-F374061E815D}"/>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2218968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mplex _Content – 2 column 1 title, 2 images, 2 text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8"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1354138" y="2046440"/>
            <a:ext cx="5070914" cy="2160435"/>
          </a:xfrm>
          <a:prstGeom prst="rect">
            <a:avLst/>
          </a:prstGeom>
        </p:spPr>
        <p:txBody>
          <a:bodyPr/>
          <a:lstStyle/>
          <a:p>
            <a:r>
              <a:rPr lang="en-US"/>
              <a:t>Click icon to add picture</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1353402" y="4438650"/>
            <a:ext cx="5070914" cy="1006475"/>
          </a:xfrm>
          <a:prstGeom prst="rect">
            <a:avLst/>
          </a:prstGeom>
        </p:spPr>
        <p:txBody>
          <a:bodyPr/>
          <a:lstStyle>
            <a:lvl1pPr marL="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sp>
        <p:nvSpPr>
          <p:cNvPr id="8" name="Picture Placeholder 6" descr="Add a clear, concise statement describing the main purpose of the image">
            <a:extLst>
              <a:ext uri="{FF2B5EF4-FFF2-40B4-BE49-F238E27FC236}">
                <a16:creationId xmlns:a16="http://schemas.microsoft.com/office/drawing/2014/main" id="{AC751661-2014-7CB4-B61A-24EB30E04B80}"/>
              </a:ext>
            </a:extLst>
          </p:cNvPr>
          <p:cNvSpPr>
            <a:spLocks noGrp="1"/>
          </p:cNvSpPr>
          <p:nvPr>
            <p:ph type="pic" sz="quarter" idx="14"/>
          </p:nvPr>
        </p:nvSpPr>
        <p:spPr>
          <a:xfrm>
            <a:off x="6686368" y="2046440"/>
            <a:ext cx="5070914" cy="2160435"/>
          </a:xfrm>
          <a:prstGeom prst="rect">
            <a:avLst/>
          </a:prstGeom>
        </p:spPr>
        <p:txBody>
          <a:bodyPr/>
          <a:lstStyle/>
          <a:p>
            <a:r>
              <a:rPr lang="en-US"/>
              <a:t>Click icon to add picture</a:t>
            </a:r>
          </a:p>
        </p:txBody>
      </p:sp>
      <p:sp>
        <p:nvSpPr>
          <p:cNvPr id="5" name="Text Placeholder 7">
            <a:extLst>
              <a:ext uri="{FF2B5EF4-FFF2-40B4-BE49-F238E27FC236}">
                <a16:creationId xmlns:a16="http://schemas.microsoft.com/office/drawing/2014/main" id="{5584243F-83D4-EC28-5C47-CF5ACA19B5DC}"/>
              </a:ext>
            </a:extLst>
          </p:cNvPr>
          <p:cNvSpPr>
            <a:spLocks noGrp="1"/>
          </p:cNvSpPr>
          <p:nvPr>
            <p:ph type="body" sz="quarter" idx="12" hasCustomPrompt="1"/>
          </p:nvPr>
        </p:nvSpPr>
        <p:spPr>
          <a:xfrm>
            <a:off x="6686367" y="4438650"/>
            <a:ext cx="5049033" cy="1006475"/>
          </a:xfrm>
          <a:prstGeom prst="rect">
            <a:avLst/>
          </a:prstGeom>
        </p:spPr>
        <p:txBody>
          <a:bodyPr/>
          <a:lstStyle>
            <a:lvl1pPr marL="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sp>
        <p:nvSpPr>
          <p:cNvPr id="6" name="Rectangle 5">
            <a:extLst>
              <a:ext uri="{FF2B5EF4-FFF2-40B4-BE49-F238E27FC236}">
                <a16:creationId xmlns:a16="http://schemas.microsoft.com/office/drawing/2014/main" id="{2D31EA68-8F97-2C93-1DF1-0C50A907ABE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A935693-F1F7-EFB7-3F70-BBCEEF923D9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24574902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Complex _Content – 2 column 1 title, 2 images, 2 text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8CF606E-A120-FD80-1208-6800F7AB3C83}"/>
              </a:ext>
            </a:extLst>
          </p:cNvPr>
          <p:cNvSpPr>
            <a:spLocks noGrp="1"/>
          </p:cNvSpPr>
          <p:nvPr>
            <p:ph type="ctrTitle" hasCustomPrompt="1"/>
          </p:nvPr>
        </p:nvSpPr>
        <p:spPr>
          <a:xfrm>
            <a:off x="1343450"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10" name="Picture Placeholder 6" descr="Add a clear, concise statement describing the main purpose of the image">
            <a:extLst>
              <a:ext uri="{FF2B5EF4-FFF2-40B4-BE49-F238E27FC236}">
                <a16:creationId xmlns:a16="http://schemas.microsoft.com/office/drawing/2014/main" id="{2F201AA6-C7B0-FA4A-12EF-F05A6A27B847}"/>
              </a:ext>
            </a:extLst>
          </p:cNvPr>
          <p:cNvSpPr>
            <a:spLocks noGrp="1"/>
          </p:cNvSpPr>
          <p:nvPr>
            <p:ph type="pic" sz="quarter" idx="13"/>
          </p:nvPr>
        </p:nvSpPr>
        <p:spPr>
          <a:xfrm>
            <a:off x="1343449" y="2046440"/>
            <a:ext cx="4502211" cy="3398685"/>
          </a:xfrm>
          <a:prstGeom prst="rect">
            <a:avLst/>
          </a:prstGeom>
        </p:spPr>
        <p:txBody>
          <a:bodyPr/>
          <a:lstStyle/>
          <a:p>
            <a:r>
              <a:rPr lang="en-US"/>
              <a:t>Click icon to add picture</a:t>
            </a:r>
          </a:p>
        </p:txBody>
      </p:sp>
      <p:sp>
        <p:nvSpPr>
          <p:cNvPr id="11" name="Text Placeholder 7">
            <a:extLst>
              <a:ext uri="{FF2B5EF4-FFF2-40B4-BE49-F238E27FC236}">
                <a16:creationId xmlns:a16="http://schemas.microsoft.com/office/drawing/2014/main" id="{3DB5FBAF-BF92-0B32-16AD-1D4746507FE2}"/>
              </a:ext>
            </a:extLst>
          </p:cNvPr>
          <p:cNvSpPr>
            <a:spLocks noGrp="1"/>
          </p:cNvSpPr>
          <p:nvPr>
            <p:ph type="body" sz="quarter" idx="11" hasCustomPrompt="1"/>
          </p:nvPr>
        </p:nvSpPr>
        <p:spPr>
          <a:xfrm>
            <a:off x="6096000" y="2046440"/>
            <a:ext cx="5684838" cy="3398685"/>
          </a:xfrm>
          <a:prstGeom prst="rect">
            <a:avLst/>
          </a:prstGeom>
        </p:spPr>
        <p:txBody>
          <a:bodyPr/>
          <a:lstStyle>
            <a:lvl1pPr marL="0" indent="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sp>
        <p:nvSpPr>
          <p:cNvPr id="6" name="Rectangle 5">
            <a:extLst>
              <a:ext uri="{FF2B5EF4-FFF2-40B4-BE49-F238E27FC236}">
                <a16:creationId xmlns:a16="http://schemas.microsoft.com/office/drawing/2014/main" id="{2D31EA68-8F97-2C93-1DF1-0C50A907ABE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8E64966-6EA4-2AE9-2F73-A1E95B461EBC}"/>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9156950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mplex _Content – 4 column title, 4 images, 4 text">
    <p:bg>
      <p:bgPr>
        <a:solidFill>
          <a:schemeClr val="bg1"/>
        </a:solidFill>
        <a:effectLst/>
      </p:bgPr>
    </p:bg>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C745EF00-09E6-10CA-B1BF-5A7B7EC8063C}"/>
              </a:ext>
            </a:extLst>
          </p:cNvPr>
          <p:cNvSpPr>
            <a:spLocks noGrp="1"/>
          </p:cNvSpPr>
          <p:nvPr>
            <p:ph type="body" sz="quarter" idx="15" hasCustomPrompt="1"/>
          </p:nvPr>
        </p:nvSpPr>
        <p:spPr>
          <a:xfrm>
            <a:off x="1354138" y="409575"/>
            <a:ext cx="8569680" cy="1377950"/>
          </a:xfrm>
          <a:prstGeom prst="rect">
            <a:avLst/>
          </a:prstGeom>
        </p:spPr>
        <p:txBody>
          <a:bodyPr/>
          <a:lstStyle>
            <a:lvl1pPr>
              <a:lnSpc>
                <a:spcPct val="100000"/>
              </a:lnSpc>
              <a:spcBef>
                <a:spcPts val="0"/>
              </a:spcBef>
              <a:buNone/>
              <a:defRPr sz="3600" b="1" i="0">
                <a:solidFill>
                  <a:schemeClr val="accent1"/>
                </a:solidFill>
                <a:latin typeface="UCL Sans SemiBold" pitchFamily="2" charset="77"/>
              </a:defRPr>
            </a:lvl1pPr>
            <a:lvl2pPr>
              <a:buNone/>
              <a:defRPr/>
            </a:lvl2pPr>
            <a:lvl3pPr>
              <a:buNone/>
              <a:defRPr/>
            </a:lvl3pPr>
            <a:lvl4pPr>
              <a:buNone/>
              <a:defRPr/>
            </a:lvl4pPr>
            <a:lvl5pPr>
              <a:buNone/>
              <a:defRPr/>
            </a:lvl5pPr>
          </a:lstStyle>
          <a:p>
            <a:pPr lvl="0"/>
            <a:r>
              <a:rPr lang="en-GB" dirty="0"/>
              <a:t>Headline </a:t>
            </a:r>
          </a:p>
          <a:p>
            <a:pPr lvl="0"/>
            <a:r>
              <a:rPr lang="en-GB" dirty="0"/>
              <a:t>UCL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1354136" y="2185495"/>
            <a:ext cx="2445318" cy="1748196"/>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5" y="4204795"/>
            <a:ext cx="2438375" cy="1242244"/>
          </a:xfrm>
          <a:prstGeom prst="rect">
            <a:avLst/>
          </a:prstGeom>
        </p:spPr>
        <p:txBody>
          <a:bodyPr anchor="t"/>
          <a:lstStyle>
            <a:lvl1pPr marL="0" marR="0" indent="0" algn="l" defTabSz="914400" rtl="0" eaLnBrk="1" fontAlgn="auto" latinLnBrk="0" hangingPunct="1">
              <a:lnSpc>
                <a:spcPct val="100000"/>
              </a:lnSpc>
              <a:spcBef>
                <a:spcPct val="0"/>
              </a:spcBef>
              <a:spcAft>
                <a:spcPts val="0"/>
              </a:spcAft>
              <a:buClrTx/>
              <a:buSzTx/>
              <a:buFontTx/>
              <a:buNone/>
              <a:tabLst/>
              <a:defRPr sz="1800" b="0" i="0">
                <a:solidFill>
                  <a:schemeClr val="tx2"/>
                </a:solidFill>
                <a:latin typeface="UCL Sans" pitchFamily="2" charset="77"/>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dirty="0"/>
              <a:t>Body text, </a:t>
            </a:r>
            <a:br>
              <a:rPr lang="en-GB" dirty="0"/>
            </a:br>
            <a:r>
              <a:rPr lang="en-GB" dirty="0"/>
              <a:t>UCL Sans Regular 18pt</a:t>
            </a:r>
          </a:p>
        </p:txBody>
      </p:sp>
      <p:sp>
        <p:nvSpPr>
          <p:cNvPr id="28" name="Picture Placeholder 6" descr="Add a clear, concise statement describing the main purpose of the image">
            <a:extLst>
              <a:ext uri="{FF2B5EF4-FFF2-40B4-BE49-F238E27FC236}">
                <a16:creationId xmlns:a16="http://schemas.microsoft.com/office/drawing/2014/main" id="{7A9B95BC-4D66-3908-97EF-FB4460F52B22}"/>
              </a:ext>
            </a:extLst>
          </p:cNvPr>
          <p:cNvSpPr>
            <a:spLocks noGrp="1"/>
          </p:cNvSpPr>
          <p:nvPr>
            <p:ph type="pic" sz="quarter" idx="16"/>
          </p:nvPr>
        </p:nvSpPr>
        <p:spPr>
          <a:xfrm>
            <a:off x="4014597" y="2185495"/>
            <a:ext cx="2445318" cy="1748196"/>
          </a:xfrm>
          <a:prstGeom prst="rect">
            <a:avLst/>
          </a:prstGeom>
        </p:spPr>
        <p:txBody>
          <a:bodyPr/>
          <a:lstStyle/>
          <a:p>
            <a:r>
              <a:rPr lang="en-US"/>
              <a:t>Click icon to add picture</a:t>
            </a:r>
          </a:p>
        </p:txBody>
      </p:sp>
      <p:sp>
        <p:nvSpPr>
          <p:cNvPr id="30" name="Text Placeholder 29">
            <a:extLst>
              <a:ext uri="{FF2B5EF4-FFF2-40B4-BE49-F238E27FC236}">
                <a16:creationId xmlns:a16="http://schemas.microsoft.com/office/drawing/2014/main" id="{FBDDB7BF-E334-9161-E3A7-3D392EA86CA2}"/>
              </a:ext>
            </a:extLst>
          </p:cNvPr>
          <p:cNvSpPr>
            <a:spLocks noGrp="1"/>
          </p:cNvSpPr>
          <p:nvPr>
            <p:ph type="body" sz="quarter" idx="17" hasCustomPrompt="1"/>
          </p:nvPr>
        </p:nvSpPr>
        <p:spPr>
          <a:xfrm>
            <a:off x="4014597" y="4204795"/>
            <a:ext cx="2445318" cy="1268976"/>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35" name="Picture Placeholder 6" descr="Add a clear, concise statement describing the main purpose of the image">
            <a:extLst>
              <a:ext uri="{FF2B5EF4-FFF2-40B4-BE49-F238E27FC236}">
                <a16:creationId xmlns:a16="http://schemas.microsoft.com/office/drawing/2014/main" id="{C85375D3-F603-A1F9-0769-6A655B6E6692}"/>
              </a:ext>
            </a:extLst>
          </p:cNvPr>
          <p:cNvSpPr>
            <a:spLocks noGrp="1"/>
          </p:cNvSpPr>
          <p:nvPr>
            <p:ph type="pic" sz="quarter" idx="20"/>
          </p:nvPr>
        </p:nvSpPr>
        <p:spPr>
          <a:xfrm>
            <a:off x="6675058" y="2185495"/>
            <a:ext cx="2445318" cy="1748196"/>
          </a:xfrm>
          <a:prstGeom prst="rect">
            <a:avLst/>
          </a:prstGeom>
        </p:spPr>
        <p:txBody>
          <a:bodyPr/>
          <a:lstStyle/>
          <a:p>
            <a:r>
              <a:rPr lang="en-US"/>
              <a:t>Click icon to add picture</a:t>
            </a:r>
          </a:p>
        </p:txBody>
      </p:sp>
      <p:sp>
        <p:nvSpPr>
          <p:cNvPr id="32" name="Text Placeholder 31">
            <a:extLst>
              <a:ext uri="{FF2B5EF4-FFF2-40B4-BE49-F238E27FC236}">
                <a16:creationId xmlns:a16="http://schemas.microsoft.com/office/drawing/2014/main" id="{C1102347-D73B-9C6D-7E2C-F4283EC520FF}"/>
              </a:ext>
            </a:extLst>
          </p:cNvPr>
          <p:cNvSpPr>
            <a:spLocks noGrp="1"/>
          </p:cNvSpPr>
          <p:nvPr>
            <p:ph type="body" sz="quarter" idx="18" hasCustomPrompt="1"/>
          </p:nvPr>
        </p:nvSpPr>
        <p:spPr>
          <a:xfrm>
            <a:off x="6675058" y="4204795"/>
            <a:ext cx="2426413" cy="1242244"/>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36" name="Picture Placeholder 6" descr="Add a clear, concise statement describing the main purpose of the image">
            <a:extLst>
              <a:ext uri="{FF2B5EF4-FFF2-40B4-BE49-F238E27FC236}">
                <a16:creationId xmlns:a16="http://schemas.microsoft.com/office/drawing/2014/main" id="{5B98E73B-EC26-695B-64A0-FE5244D0C7D7}"/>
              </a:ext>
            </a:extLst>
          </p:cNvPr>
          <p:cNvSpPr>
            <a:spLocks noGrp="1"/>
          </p:cNvSpPr>
          <p:nvPr>
            <p:ph type="pic" sz="quarter" idx="21"/>
          </p:nvPr>
        </p:nvSpPr>
        <p:spPr>
          <a:xfrm>
            <a:off x="9335520" y="2185495"/>
            <a:ext cx="2445318" cy="1748196"/>
          </a:xfrm>
          <a:prstGeom prst="rect">
            <a:avLst/>
          </a:prstGeom>
        </p:spPr>
        <p:txBody>
          <a:bodyPr/>
          <a:lstStyle/>
          <a:p>
            <a:r>
              <a:rPr lang="en-US"/>
              <a:t>Click icon to add picture</a:t>
            </a:r>
          </a:p>
        </p:txBody>
      </p:sp>
      <p:sp>
        <p:nvSpPr>
          <p:cNvPr id="34" name="Text Placeholder 33">
            <a:extLst>
              <a:ext uri="{FF2B5EF4-FFF2-40B4-BE49-F238E27FC236}">
                <a16:creationId xmlns:a16="http://schemas.microsoft.com/office/drawing/2014/main" id="{B62033B8-9ECF-6181-24C6-8380692FF4A0}"/>
              </a:ext>
            </a:extLst>
          </p:cNvPr>
          <p:cNvSpPr>
            <a:spLocks noGrp="1"/>
          </p:cNvSpPr>
          <p:nvPr>
            <p:ph type="body" sz="quarter" idx="19" hasCustomPrompt="1"/>
          </p:nvPr>
        </p:nvSpPr>
        <p:spPr>
          <a:xfrm>
            <a:off x="9320932" y="4204795"/>
            <a:ext cx="2459905" cy="1266825"/>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4" name="Rectangle 3">
            <a:extLst>
              <a:ext uri="{FF2B5EF4-FFF2-40B4-BE49-F238E27FC236}">
                <a16:creationId xmlns:a16="http://schemas.microsoft.com/office/drawing/2014/main" id="{ABD764E0-C2A5-851D-9E15-7970376FAD1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1993"/>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EE115A2-315F-2C75-AD3F-871CC5AAC4DF}"/>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26726405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mplex _Content – 2 column title, 1 subheading, 2 image/graphs/charts">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E879B5DC-7300-88F8-C308-CBC1B2803C67}"/>
              </a:ext>
            </a:extLst>
          </p:cNvPr>
          <p:cNvSpPr>
            <a:spLocks noGrp="1"/>
          </p:cNvSpPr>
          <p:nvPr>
            <p:ph type="body" sz="half" idx="2" hasCustomPrompt="1"/>
          </p:nvPr>
        </p:nvSpPr>
        <p:spPr>
          <a:xfrm>
            <a:off x="1354139" y="421180"/>
            <a:ext cx="4303112" cy="1560910"/>
          </a:xfrm>
          <a:prstGeom prst="rect">
            <a:avLst/>
          </a:prstGeom>
        </p:spPr>
        <p:txBody>
          <a:bodyPr/>
          <a:lstStyle>
            <a:lvl1pPr marL="0" indent="0">
              <a:lnSpc>
                <a:spcPct val="100000"/>
              </a:lnSpc>
              <a:spcBef>
                <a:spcPts val="0"/>
              </a:spcBef>
              <a:buNone/>
              <a:defRPr sz="3600" b="1" i="0">
                <a:solidFill>
                  <a:schemeClr val="accent1"/>
                </a:solidFill>
                <a:latin typeface="UCL Sans Semi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Headline </a:t>
            </a:r>
          </a:p>
          <a:p>
            <a:pPr lvl="0"/>
            <a:r>
              <a:rPr lang="en-GB" dirty="0"/>
              <a:t>UCL Sans </a:t>
            </a:r>
          </a:p>
          <a:p>
            <a:pPr lvl="0"/>
            <a:r>
              <a:rPr lang="en-GB" dirty="0" err="1"/>
              <a:t>SemiBold</a:t>
            </a:r>
            <a:r>
              <a:rPr lang="en-GB" dirty="0"/>
              <a:t> 36pt</a:t>
            </a:r>
          </a:p>
        </p:txBody>
      </p:sp>
      <p:sp>
        <p:nvSpPr>
          <p:cNvPr id="9" name="Text Placeholder 3">
            <a:extLst>
              <a:ext uri="{FF2B5EF4-FFF2-40B4-BE49-F238E27FC236}">
                <a16:creationId xmlns:a16="http://schemas.microsoft.com/office/drawing/2014/main" id="{BD51B5E5-6C5C-CBFB-B0B8-D64DB5640EBC}"/>
              </a:ext>
            </a:extLst>
          </p:cNvPr>
          <p:cNvSpPr>
            <a:spLocks noGrp="1"/>
          </p:cNvSpPr>
          <p:nvPr>
            <p:ph type="body" sz="half" idx="13" hasCustomPrompt="1"/>
          </p:nvPr>
        </p:nvSpPr>
        <p:spPr>
          <a:xfrm>
            <a:off x="6096001" y="419192"/>
            <a:ext cx="5684838" cy="1128506"/>
          </a:xfrm>
          <a:prstGeom prst="rect">
            <a:avLst/>
          </a:prstGeom>
        </p:spPr>
        <p:txBody>
          <a:bodyPr/>
          <a:lstStyle>
            <a:lvl1pPr marL="0" indent="0">
              <a:lnSpc>
                <a:spcPct val="100000"/>
              </a:lnSpc>
              <a:spcBef>
                <a:spcPts val="0"/>
              </a:spcBef>
              <a:buNone/>
              <a:defRPr sz="2400" b="0" i="0">
                <a:solidFill>
                  <a:schemeClr val="accent1"/>
                </a:solidFill>
                <a:latin typeface="UCL Sans"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Subheading text style, </a:t>
            </a:r>
          </a:p>
          <a:p>
            <a:pPr lvl="0"/>
            <a:r>
              <a:rPr lang="en-GB" dirty="0"/>
              <a:t>UCL Sans regular 24pt</a:t>
            </a:r>
          </a:p>
        </p:txBody>
      </p:sp>
      <p:sp>
        <p:nvSpPr>
          <p:cNvPr id="6" name="Content Placeholder 3">
            <a:extLst>
              <a:ext uri="{FF2B5EF4-FFF2-40B4-BE49-F238E27FC236}">
                <a16:creationId xmlns:a16="http://schemas.microsoft.com/office/drawing/2014/main" id="{129D6C95-4A5B-9C67-29AF-2DE954D6E43F}"/>
              </a:ext>
            </a:extLst>
          </p:cNvPr>
          <p:cNvSpPr>
            <a:spLocks noGrp="1"/>
          </p:cNvSpPr>
          <p:nvPr>
            <p:ph sz="half" idx="1" hasCustomPrompt="1"/>
          </p:nvPr>
        </p:nvSpPr>
        <p:spPr>
          <a:xfrm>
            <a:off x="1354138" y="2422525"/>
            <a:ext cx="4303112" cy="302260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p:txBody>
      </p:sp>
      <p:sp>
        <p:nvSpPr>
          <p:cNvPr id="7" name="Content Placeholder 5">
            <a:extLst>
              <a:ext uri="{FF2B5EF4-FFF2-40B4-BE49-F238E27FC236}">
                <a16:creationId xmlns:a16="http://schemas.microsoft.com/office/drawing/2014/main" id="{80A7D660-C734-F70C-8436-BC3EFE9A5B2D}"/>
              </a:ext>
            </a:extLst>
          </p:cNvPr>
          <p:cNvSpPr>
            <a:spLocks noGrp="1"/>
          </p:cNvSpPr>
          <p:nvPr>
            <p:ph sz="half" idx="12" hasCustomPrompt="1"/>
          </p:nvPr>
        </p:nvSpPr>
        <p:spPr>
          <a:xfrm>
            <a:off x="6096000" y="2422525"/>
            <a:ext cx="5649921" cy="302260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a:p>
            <a:endParaRPr lang="en-US" dirty="0"/>
          </a:p>
        </p:txBody>
      </p:sp>
      <p:sp>
        <p:nvSpPr>
          <p:cNvPr id="11" name="Rectangle 10">
            <a:extLst>
              <a:ext uri="{FF2B5EF4-FFF2-40B4-BE49-F238E27FC236}">
                <a16:creationId xmlns:a16="http://schemas.microsoft.com/office/drawing/2014/main" id="{82194073-EA37-1F6C-8979-A5566C6B651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8137"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EC4CDE7-BB95-C8A0-730E-D626B97500E6}"/>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5239016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Content – full page image white logo">
    <p:spTree>
      <p:nvGrpSpPr>
        <p:cNvPr id="1" name=""/>
        <p:cNvGrpSpPr/>
        <p:nvPr/>
      </p:nvGrpSpPr>
      <p:grpSpPr>
        <a:xfrm>
          <a:off x="0" y="0"/>
          <a:ext cx="0" cy="0"/>
          <a:chOff x="0" y="0"/>
          <a:chExt cx="0" cy="0"/>
        </a:xfrm>
      </p:grpSpPr>
      <p:sp>
        <p:nvSpPr>
          <p:cNvPr id="2" name="Picture Placeholder 6" descr="Add a clear, concise statement describing the main purpose of the image">
            <a:extLst>
              <a:ext uri="{FF2B5EF4-FFF2-40B4-BE49-F238E27FC236}">
                <a16:creationId xmlns:a16="http://schemas.microsoft.com/office/drawing/2014/main" id="{ECFBA17C-2B5D-255B-BB8F-D30D74D054C3}"/>
              </a:ext>
            </a:extLst>
          </p:cNvPr>
          <p:cNvSpPr>
            <a:spLocks noGrp="1" noRot="1" noMove="1" noResize="1" noEditPoints="1" noAdjustHandles="1" noChangeArrowheads="1" noChangeShapeType="1"/>
          </p:cNvSpPr>
          <p:nvPr>
            <p:ph type="pic" sz="quarter" idx="13"/>
          </p:nvPr>
        </p:nvSpPr>
        <p:spPr>
          <a:xfrm>
            <a:off x="391438" y="0"/>
            <a:ext cx="11800562" cy="6858000"/>
          </a:xfrm>
          <a:prstGeom prst="rect">
            <a:avLst/>
          </a:prstGeom>
        </p:spPr>
        <p:txBody>
          <a:bodyPr/>
          <a:lstStyle/>
          <a:p>
            <a:r>
              <a:rPr lang="en-US"/>
              <a:t>Click icon to add picture</a:t>
            </a:r>
          </a:p>
        </p:txBody>
      </p:sp>
      <p:sp>
        <p:nvSpPr>
          <p:cNvPr id="11" name="Rectangle 10">
            <a:extLst>
              <a:ext uri="{FF2B5EF4-FFF2-40B4-BE49-F238E27FC236}">
                <a16:creationId xmlns:a16="http://schemas.microsoft.com/office/drawing/2014/main" id="{82194073-EA37-1F6C-8979-A5566C6B651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8137"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392A8DC-7EF8-37EE-2959-687D81C066F9}"/>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0890" y="6067187"/>
            <a:ext cx="1432605" cy="402117"/>
          </a:xfrm>
          <a:prstGeom prst="rect">
            <a:avLst/>
          </a:prstGeom>
        </p:spPr>
      </p:pic>
    </p:spTree>
    <p:extLst>
      <p:ext uri="{BB962C8B-B14F-4D97-AF65-F5344CB8AC3E}">
        <p14:creationId xmlns:p14="http://schemas.microsoft.com/office/powerpoint/2010/main" val="2313477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UCL Instructions - Using the PowerPoint Templat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C2163B-CB7B-1F39-3497-AE8407BE193E}"/>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40233788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imple_Title  -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2303463" y="4473756"/>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2">
            <a:extLst>
              <a:ext uri="{FF2B5EF4-FFF2-40B4-BE49-F238E27FC236}">
                <a16:creationId xmlns:a16="http://schemas.microsoft.com/office/drawing/2014/main" id="{91B036D7-E2F6-A505-BD78-D58A7EE2AF66}"/>
              </a:ext>
            </a:extLst>
          </p:cNvPr>
          <p:cNvSpPr>
            <a:spLocks noGrp="1"/>
          </p:cNvSpPr>
          <p:nvPr>
            <p:ph type="body" idx="10" hasCustomPrompt="1"/>
          </p:nvPr>
        </p:nvSpPr>
        <p:spPr>
          <a:xfrm>
            <a:off x="2303463" y="4981780"/>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 </a:t>
            </a:r>
          </a:p>
        </p:txBody>
      </p:sp>
      <p:pic>
        <p:nvPicPr>
          <p:cNvPr id="9" name="Picture 8" descr="UCL logo, University College London">
            <a:extLst>
              <a:ext uri="{FF2B5EF4-FFF2-40B4-BE49-F238E27FC236}">
                <a16:creationId xmlns:a16="http://schemas.microsoft.com/office/drawing/2014/main" id="{D13C0C81-E6EF-C626-E359-2DC4637817EE}"/>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p:nvPicPr>
        <p:blipFill>
          <a:blip r:embed="rId2"/>
          <a:stretch>
            <a:fillRect/>
          </a:stretch>
        </p:blipFill>
        <p:spPr>
          <a:xfrm>
            <a:off x="8941455" y="5661248"/>
            <a:ext cx="2844805" cy="798505"/>
          </a:xfrm>
          <a:prstGeom prst="rect">
            <a:avLst/>
          </a:prstGeom>
        </p:spPr>
      </p:pic>
    </p:spTree>
    <p:extLst>
      <p:ext uri="{BB962C8B-B14F-4D97-AF65-F5344CB8AC3E}">
        <p14:creationId xmlns:p14="http://schemas.microsoft.com/office/powerpoint/2010/main" val="9952442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imple_Title  - Faculty, School Department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2303463" y="3627624"/>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p>
        </p:txBody>
      </p:sp>
      <p:sp>
        <p:nvSpPr>
          <p:cNvPr id="5" name="Text Placeholder 2">
            <a:extLst>
              <a:ext uri="{FF2B5EF4-FFF2-40B4-BE49-F238E27FC236}">
                <a16:creationId xmlns:a16="http://schemas.microsoft.com/office/drawing/2014/main" id="{91B036D7-E2F6-A505-BD78-D58A7EE2AF66}"/>
              </a:ext>
            </a:extLst>
          </p:cNvPr>
          <p:cNvSpPr>
            <a:spLocks noGrp="1"/>
          </p:cNvSpPr>
          <p:nvPr>
            <p:ph type="body" idx="10" hasCustomPrompt="1"/>
          </p:nvPr>
        </p:nvSpPr>
        <p:spPr>
          <a:xfrm>
            <a:off x="2303463" y="4135648"/>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a:t>
            </a:r>
          </a:p>
        </p:txBody>
      </p:sp>
      <p:sp>
        <p:nvSpPr>
          <p:cNvPr id="6" name="Text Placeholder 2">
            <a:extLst>
              <a:ext uri="{FF2B5EF4-FFF2-40B4-BE49-F238E27FC236}">
                <a16:creationId xmlns:a16="http://schemas.microsoft.com/office/drawing/2014/main" id="{9B210098-618B-3211-A070-0B31B3AB0AFB}"/>
              </a:ext>
            </a:extLst>
          </p:cNvPr>
          <p:cNvSpPr>
            <a:spLocks noGrp="1"/>
          </p:cNvSpPr>
          <p:nvPr>
            <p:ph type="body" idx="11" hasCustomPrompt="1"/>
          </p:nvPr>
        </p:nvSpPr>
        <p:spPr>
          <a:xfrm>
            <a:off x="2273719" y="5854933"/>
            <a:ext cx="6240809" cy="582780"/>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Type in your faculty/department/unit name here </a:t>
            </a:r>
          </a:p>
          <a:p>
            <a:pPr lvl="0"/>
            <a:r>
              <a:rPr lang="en-GB" dirty="0"/>
              <a:t>UCL Sans Regular 18pt</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UCL logo, University College London">
            <a:extLst>
              <a:ext uri="{FF2B5EF4-FFF2-40B4-BE49-F238E27FC236}">
                <a16:creationId xmlns:a16="http://schemas.microsoft.com/office/drawing/2014/main" id="{015A3936-D42C-5AA9-C95F-13B329034A6F}"/>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p:nvPicPr>
        <p:blipFill>
          <a:blip r:embed="rId2"/>
          <a:stretch>
            <a:fillRect/>
          </a:stretch>
        </p:blipFill>
        <p:spPr>
          <a:xfrm>
            <a:off x="8941455" y="5661248"/>
            <a:ext cx="2844805" cy="798505"/>
          </a:xfrm>
          <a:prstGeom prst="rect">
            <a:avLst/>
          </a:prstGeom>
        </p:spPr>
      </p:pic>
    </p:spTree>
    <p:extLst>
      <p:ext uri="{BB962C8B-B14F-4D97-AF65-F5344CB8AC3E}">
        <p14:creationId xmlns:p14="http://schemas.microsoft.com/office/powerpoint/2010/main" val="2071514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Simple_Title -2-3 line heading and image">
    <p:bg>
      <p:bgPr>
        <a:solidFill>
          <a:schemeClr val="accent1"/>
        </a:soli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8531EDC-6E9D-171F-68E1-2D8DBFCDB40E}"/>
              </a:ext>
            </a:extLst>
          </p:cNvPr>
          <p:cNvSpPr>
            <a:spLocks noGrp="1"/>
          </p:cNvSpPr>
          <p:nvPr>
            <p:ph type="pic" idx="13"/>
          </p:nvPr>
        </p:nvSpPr>
        <p:spPr>
          <a:xfrm>
            <a:off x="1354138" y="2852936"/>
            <a:ext cx="10837862" cy="4005064"/>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UCL logo, University College London">
            <a:extLst>
              <a:ext uri="{FF2B5EF4-FFF2-40B4-BE49-F238E27FC236}">
                <a16:creationId xmlns:a16="http://schemas.microsoft.com/office/drawing/2014/main" id="{D18708AF-A3A2-2F68-E544-B6827803E2D8}"/>
              </a:ext>
            </a:extLst>
          </p:cNvPr>
          <p:cNvPicPr>
            <a:picLocks noGrp="1" noRot="1" noMove="1" noResize="1" noEditPoints="1" noAdjustHandles="1" noChangeArrowheads="1" noChangeShapeType="1" noCrop="1"/>
          </p:cNvPicPr>
          <p:nvPr/>
        </p:nvPicPr>
        <p:blipFill>
          <a:blip r:embed="rId2"/>
          <a:stretch>
            <a:fillRect/>
          </a:stretch>
        </p:blipFill>
        <p:spPr>
          <a:xfrm>
            <a:off x="8937625" y="5653541"/>
            <a:ext cx="2843213" cy="798059"/>
          </a:xfrm>
          <a:prstGeom prst="rect">
            <a:avLst/>
          </a:prstGeom>
        </p:spPr>
      </p:pic>
    </p:spTree>
    <p:extLst>
      <p:ext uri="{BB962C8B-B14F-4D97-AF65-F5344CB8AC3E}">
        <p14:creationId xmlns:p14="http://schemas.microsoft.com/office/powerpoint/2010/main" val="25751268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Simple_Divider2 – 1 column title, subheading,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 uri="{C183D7F6-B498-43B3-948B-1728B52AA6E4}">
                <adec:decorative xmlns:adec="http://schemas.microsoft.com/office/drawing/2017/decorative" val="0"/>
              </a:ext>
            </a:extLst>
          </p:cNvPr>
          <p:cNvSpPr>
            <a:spLocks noGrp="1"/>
          </p:cNvSpPr>
          <p:nvPr>
            <p:ph type="ctrTitle" hasCustomPrompt="1"/>
          </p:nvPr>
        </p:nvSpPr>
        <p:spPr>
          <a:xfrm>
            <a:off x="5735960" y="409575"/>
            <a:ext cx="3757703" cy="1830294"/>
          </a:xfrm>
          <a:prstGeom prst="rect">
            <a:avLst/>
          </a:prstGeom>
        </p:spPr>
        <p:txBody>
          <a:bodyPr anchor="t"/>
          <a:lstStyle>
            <a:lvl1pPr algn="l">
              <a:lnSpc>
                <a:spcPct val="100000"/>
              </a:lnSpc>
              <a:defRPr sz="3600">
                <a:solidFill>
                  <a:srgbClr val="FAFAFA"/>
                </a:solidFill>
              </a:defRPr>
            </a:lvl1pPr>
          </a:lstStyle>
          <a:p>
            <a:r>
              <a:rPr lang="en-GB" dirty="0"/>
              <a:t>Divider section Title 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5735960" y="2422525"/>
            <a:ext cx="3757703"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Subheading, UCL Sans Regular 24pt</a:t>
            </a:r>
          </a:p>
        </p:txBody>
      </p:sp>
      <p:sp>
        <p:nvSpPr>
          <p:cNvPr id="8" name="Text Placeholder 2">
            <a:extLst>
              <a:ext uri="{FF2B5EF4-FFF2-40B4-BE49-F238E27FC236}">
                <a16:creationId xmlns:a16="http://schemas.microsoft.com/office/drawing/2014/main" id="{E595666D-8684-C6D9-B7E0-40470F82CBD5}"/>
              </a:ext>
            </a:extLst>
          </p:cNvPr>
          <p:cNvSpPr>
            <a:spLocks noGrp="1"/>
          </p:cNvSpPr>
          <p:nvPr>
            <p:ph type="body" idx="11" hasCustomPrompt="1"/>
          </p:nvPr>
        </p:nvSpPr>
        <p:spPr>
          <a:xfrm>
            <a:off x="5735960" y="4510352"/>
            <a:ext cx="3757703" cy="93477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pic" idx="10"/>
          </p:nvPr>
        </p:nvSpPr>
        <p:spPr>
          <a:xfrm>
            <a:off x="0" y="20073"/>
            <a:ext cx="4738687" cy="6858000"/>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pic>
        <p:nvPicPr>
          <p:cNvPr id="3" name="Picture 2">
            <a:extLst>
              <a:ext uri="{FF2B5EF4-FFF2-40B4-BE49-F238E27FC236}">
                <a16:creationId xmlns:a16="http://schemas.microsoft.com/office/drawing/2014/main" id="{1E18122F-70D4-67D5-8E4D-F01945D7B59B}"/>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9283378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imple_Divider1 – 1 column title, subheading,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 uri="{C183D7F6-B498-43B3-948B-1728B52AA6E4}">
                <adec:decorative xmlns:adec="http://schemas.microsoft.com/office/drawing/2017/decorative" val="0"/>
              </a:ext>
            </a:extLst>
          </p:cNvPr>
          <p:cNvSpPr>
            <a:spLocks noGrp="1"/>
          </p:cNvSpPr>
          <p:nvPr>
            <p:ph type="ctrTitle" hasCustomPrompt="1"/>
          </p:nvPr>
        </p:nvSpPr>
        <p:spPr>
          <a:xfrm>
            <a:off x="409575" y="409575"/>
            <a:ext cx="3757703" cy="1830294"/>
          </a:xfrm>
          <a:prstGeom prst="rect">
            <a:avLst/>
          </a:prstGeom>
        </p:spPr>
        <p:txBody>
          <a:bodyPr anchor="t"/>
          <a:lstStyle>
            <a:lvl1pPr algn="l">
              <a:lnSpc>
                <a:spcPct val="100000"/>
              </a:lnSpc>
              <a:defRPr sz="3600">
                <a:solidFill>
                  <a:srgbClr val="FAFAFA"/>
                </a:solidFill>
              </a:defRPr>
            </a:lvl1pPr>
          </a:lstStyle>
          <a:p>
            <a:r>
              <a:rPr lang="en-GB" dirty="0"/>
              <a:t>Divider section Title 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409575" y="2422525"/>
            <a:ext cx="3757703"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Subheading, UCL Sans Regular 24pt</a:t>
            </a:r>
          </a:p>
        </p:txBody>
      </p:sp>
      <p:sp>
        <p:nvSpPr>
          <p:cNvPr id="8" name="Text Placeholder 2">
            <a:extLst>
              <a:ext uri="{FF2B5EF4-FFF2-40B4-BE49-F238E27FC236}">
                <a16:creationId xmlns:a16="http://schemas.microsoft.com/office/drawing/2014/main" id="{E595666D-8684-C6D9-B7E0-40470F82CBD5}"/>
              </a:ext>
            </a:extLst>
          </p:cNvPr>
          <p:cNvSpPr>
            <a:spLocks noGrp="1"/>
          </p:cNvSpPr>
          <p:nvPr>
            <p:ph type="body" idx="11" hasCustomPrompt="1"/>
          </p:nvPr>
        </p:nvSpPr>
        <p:spPr>
          <a:xfrm>
            <a:off x="409575" y="4510352"/>
            <a:ext cx="3757703" cy="93477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pic" idx="10"/>
          </p:nvPr>
        </p:nvSpPr>
        <p:spPr>
          <a:xfrm>
            <a:off x="5145088" y="20073"/>
            <a:ext cx="4738687" cy="6858000"/>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pic>
        <p:nvPicPr>
          <p:cNvPr id="3" name="Picture 2">
            <a:extLst>
              <a:ext uri="{FF2B5EF4-FFF2-40B4-BE49-F238E27FC236}">
                <a16:creationId xmlns:a16="http://schemas.microsoft.com/office/drawing/2014/main" id="{C3458C44-E5EC-6C0F-07EE-14F8EFD85190}"/>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93724485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imple_Content – 1 column title an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31819" y="409575"/>
            <a:ext cx="7550693" cy="1009650"/>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440783" y="1916825"/>
            <a:ext cx="7550692" cy="3528300"/>
          </a:xfrm>
          <a:prstGeom prst="rect">
            <a:avLst/>
          </a:prstGeom>
        </p:spPr>
        <p:txBody>
          <a:bodyPr/>
          <a:lstStyle>
            <a:lvl1pPr marL="0">
              <a:lnSpc>
                <a:spcPct val="100000"/>
              </a:lnSpc>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pic>
        <p:nvPicPr>
          <p:cNvPr id="7" name="Picture 6">
            <a:extLst>
              <a:ext uri="{FF2B5EF4-FFF2-40B4-BE49-F238E27FC236}">
                <a16:creationId xmlns:a16="http://schemas.microsoft.com/office/drawing/2014/main" id="{0D96BD17-ACBE-B136-C0C2-347FD6061AF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20605802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 full page image full colour logo">
    <p:spTree>
      <p:nvGrpSpPr>
        <p:cNvPr id="1" name=""/>
        <p:cNvGrpSpPr/>
        <p:nvPr/>
      </p:nvGrpSpPr>
      <p:grpSpPr>
        <a:xfrm>
          <a:off x="0" y="0"/>
          <a:ext cx="0" cy="0"/>
          <a:chOff x="0" y="0"/>
          <a:chExt cx="0" cy="0"/>
        </a:xfrm>
      </p:grpSpPr>
      <p:sp>
        <p:nvSpPr>
          <p:cNvPr id="2" name="Picture Placeholder 6" descr="Add a clear, concise statement describing the main purpose of the image">
            <a:extLst>
              <a:ext uri="{FF2B5EF4-FFF2-40B4-BE49-F238E27FC236}">
                <a16:creationId xmlns:a16="http://schemas.microsoft.com/office/drawing/2014/main" id="{ECFBA17C-2B5D-255B-BB8F-D30D74D054C3}"/>
              </a:ext>
            </a:extLst>
          </p:cNvPr>
          <p:cNvSpPr>
            <a:spLocks noGrp="1" noRot="1" noMove="1" noResize="1" noEditPoints="1" noAdjustHandles="1" noChangeArrowheads="1" noChangeShapeType="1"/>
          </p:cNvSpPr>
          <p:nvPr>
            <p:ph type="pic" sz="quarter" idx="13"/>
          </p:nvPr>
        </p:nvSpPr>
        <p:spPr>
          <a:xfrm>
            <a:off x="0" y="0"/>
            <a:ext cx="12192000" cy="6858000"/>
          </a:xfrm>
          <a:prstGeom prst="rect">
            <a:avLst/>
          </a:prstGeom>
        </p:spPr>
        <p:txBody>
          <a:bodyPr/>
          <a:lstStyle/>
          <a:p>
            <a:r>
              <a:rPr lang="en-US"/>
              <a:t>Click icon to add picture</a:t>
            </a:r>
          </a:p>
        </p:txBody>
      </p:sp>
      <p:pic>
        <p:nvPicPr>
          <p:cNvPr id="5" name="Picture 4">
            <a:extLst>
              <a:ext uri="{FF2B5EF4-FFF2-40B4-BE49-F238E27FC236}">
                <a16:creationId xmlns:a16="http://schemas.microsoft.com/office/drawing/2014/main" id="{644561CB-C28E-2B9A-0BF9-49CA398334E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2591682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imple_Content – 2 column title and subheading an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18745" y="409575"/>
            <a:ext cx="7572730" cy="1009650"/>
          </a:xfrm>
          <a:prstGeom prst="rect">
            <a:avLst/>
          </a:prstGeom>
        </p:spPr>
        <p:txBody>
          <a:bodyPr anchor="t"/>
          <a:lstStyle>
            <a:lvl1pPr algn="l">
              <a:lnSpc>
                <a:spcPct val="100000"/>
              </a:lnSpc>
              <a:defRPr sz="3600">
                <a:solidFill>
                  <a:schemeClr val="accent1"/>
                </a:solidFill>
              </a:defRPr>
            </a:lvl1pPr>
          </a:lstStyle>
          <a:p>
            <a:pPr lvl="0"/>
            <a:r>
              <a:rPr lang="en-GB" dirty="0"/>
              <a:t>Headline UCL Sans </a:t>
            </a: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427709" y="1916825"/>
            <a:ext cx="3321240" cy="3528300"/>
          </a:xfrm>
          <a:prstGeom prst="rect">
            <a:avLst/>
          </a:prstGeom>
        </p:spPr>
        <p:txBody>
          <a:bodyPr/>
          <a:lstStyle>
            <a:lvl1pPr marL="0" indent="0">
              <a:lnSpc>
                <a:spcPct val="100000"/>
              </a:lnSpc>
              <a:spcBef>
                <a:spcPts val="0"/>
              </a:spcBef>
              <a:buFont typeface="Wingdings" pitchFamily="2" charset="2"/>
              <a:buNone/>
              <a:defRPr sz="2400">
                <a:solidFill>
                  <a:schemeClr val="accent1"/>
                </a:solidFill>
              </a:defRPr>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Subheading text style, UCL Sans regular 24pt</a:t>
            </a:r>
          </a:p>
        </p:txBody>
      </p:sp>
      <p:sp>
        <p:nvSpPr>
          <p:cNvPr id="7" name="Text Placeholder 7">
            <a:extLst>
              <a:ext uri="{FF2B5EF4-FFF2-40B4-BE49-F238E27FC236}">
                <a16:creationId xmlns:a16="http://schemas.microsoft.com/office/drawing/2014/main" id="{55335586-933A-6F8D-CF5B-B9D033AD83A3}"/>
              </a:ext>
            </a:extLst>
          </p:cNvPr>
          <p:cNvSpPr>
            <a:spLocks noGrp="1"/>
          </p:cNvSpPr>
          <p:nvPr>
            <p:ph type="body" sz="quarter" idx="12" hasCustomPrompt="1"/>
          </p:nvPr>
        </p:nvSpPr>
        <p:spPr>
          <a:xfrm>
            <a:off x="4670235" y="1916825"/>
            <a:ext cx="3321240" cy="3528300"/>
          </a:xfrm>
          <a:prstGeom prst="rect">
            <a:avLst/>
          </a:prstGeom>
        </p:spPr>
        <p:txBody>
          <a:bodyPr/>
          <a:lstStyle>
            <a:lvl1pPr marL="0" indent="0">
              <a:lnSpc>
                <a:spcPct val="100000"/>
              </a:lnSpc>
              <a:spcBef>
                <a:spcPts val="0"/>
              </a:spcBef>
              <a:buFont typeface="Wingdings" pitchFamily="2" charset="2"/>
              <a:buNone/>
              <a:defRPr sz="1800">
                <a:solidFill>
                  <a:schemeClr val="tx1"/>
                </a:solidFill>
              </a:defRPr>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pic>
        <p:nvPicPr>
          <p:cNvPr id="8" name="Picture 7">
            <a:extLst>
              <a:ext uri="{FF2B5EF4-FFF2-40B4-BE49-F238E27FC236}">
                <a16:creationId xmlns:a16="http://schemas.microsoft.com/office/drawing/2014/main" id="{8E0A8775-7F4C-B3DF-556A-43E4628D9E6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9814495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imple_Content – 1 column title subheading, charts, images, graph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09576" y="409575"/>
            <a:ext cx="7583834" cy="1009650"/>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9" name="Content Placeholder">
            <a:extLst>
              <a:ext uri="{FF2B5EF4-FFF2-40B4-BE49-F238E27FC236}">
                <a16:creationId xmlns:a16="http://schemas.microsoft.com/office/drawing/2014/main" id="{56CD648F-431D-5F73-408C-9A9A725008CE}"/>
              </a:ext>
            </a:extLst>
          </p:cNvPr>
          <p:cNvSpPr>
            <a:spLocks noGrp="1"/>
          </p:cNvSpPr>
          <p:nvPr>
            <p:ph idx="1" hasCustomPrompt="1"/>
          </p:nvPr>
        </p:nvSpPr>
        <p:spPr>
          <a:xfrm>
            <a:off x="418539" y="1916826"/>
            <a:ext cx="7572936" cy="3758834"/>
          </a:xfrm>
          <a:prstGeom prst="rect">
            <a:avLst/>
          </a:prstGeom>
        </p:spPr>
        <p:txBody>
          <a:bodyPr/>
          <a:lstStyle>
            <a:lvl1pPr>
              <a:buNone/>
              <a:defRPr sz="1800"/>
            </a:lvl1pPr>
          </a:lstStyle>
          <a:p>
            <a:pPr lvl="0"/>
            <a:r>
              <a:rPr lang="en-GB" dirty="0"/>
              <a:t>Space for graphs, images, charts, videos</a:t>
            </a:r>
          </a:p>
        </p:txBody>
      </p:sp>
      <p:pic>
        <p:nvPicPr>
          <p:cNvPr id="7" name="Picture 6">
            <a:extLst>
              <a:ext uri="{FF2B5EF4-FFF2-40B4-BE49-F238E27FC236}">
                <a16:creationId xmlns:a16="http://schemas.microsoft.com/office/drawing/2014/main" id="{86D0927E-B17D-5AAB-7B62-A7F6E96D744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5116828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imple_Content – 3 column title and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398531" y="409575"/>
            <a:ext cx="3797231" cy="183029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8" name="Text Placeholder 7">
            <a:extLst>
              <a:ext uri="{FF2B5EF4-FFF2-40B4-BE49-F238E27FC236}">
                <a16:creationId xmlns:a16="http://schemas.microsoft.com/office/drawing/2014/main" id="{CDC1F16C-DBBC-93A6-C7EF-DE12462C35FD}"/>
              </a:ext>
            </a:extLst>
          </p:cNvPr>
          <p:cNvSpPr>
            <a:spLocks noGrp="1"/>
          </p:cNvSpPr>
          <p:nvPr>
            <p:ph type="body" sz="quarter" idx="11" hasCustomPrompt="1"/>
          </p:nvPr>
        </p:nvSpPr>
        <p:spPr>
          <a:xfrm>
            <a:off x="5156981" y="409575"/>
            <a:ext cx="2840039" cy="1291233"/>
          </a:xfrm>
          <a:prstGeom prst="rect">
            <a:avLst/>
          </a:prstGeom>
        </p:spPr>
        <p:txBody>
          <a:bodyPr/>
          <a:lstStyle>
            <a:lvl1pPr>
              <a:buFont typeface="Wingdings" pitchFamily="2" charset="2"/>
              <a:buChar char="§"/>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Bullet text, </a:t>
            </a:r>
          </a:p>
          <a:p>
            <a:pPr lvl="0"/>
            <a:r>
              <a:rPr lang="en-GB" dirty="0"/>
              <a:t>UCL Sans Regular 18pt</a:t>
            </a:r>
            <a:endParaRPr lang="en-US" dirty="0"/>
          </a:p>
        </p:txBody>
      </p:sp>
      <p:sp>
        <p:nvSpPr>
          <p:cNvPr id="9" name="Text Placeholder 7">
            <a:extLst>
              <a:ext uri="{FF2B5EF4-FFF2-40B4-BE49-F238E27FC236}">
                <a16:creationId xmlns:a16="http://schemas.microsoft.com/office/drawing/2014/main" id="{9A92D522-EA5D-B98E-DDA4-80FEB73128FF}"/>
              </a:ext>
            </a:extLst>
          </p:cNvPr>
          <p:cNvSpPr>
            <a:spLocks noGrp="1"/>
          </p:cNvSpPr>
          <p:nvPr>
            <p:ph type="body" sz="quarter" idx="12" hasCustomPrompt="1"/>
          </p:nvPr>
        </p:nvSpPr>
        <p:spPr>
          <a:xfrm>
            <a:off x="8937625" y="409575"/>
            <a:ext cx="2840039" cy="1291233"/>
          </a:xfrm>
          <a:prstGeom prst="rect">
            <a:avLst/>
          </a:prstGeom>
        </p:spPr>
        <p:txBody>
          <a:bodyPr/>
          <a:lstStyle>
            <a:lvl1pPr>
              <a:buFont typeface="Wingdings" pitchFamily="2" charset="2"/>
              <a:buChar char="§"/>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Bullet text, </a:t>
            </a:r>
          </a:p>
          <a:p>
            <a:pPr lvl="0"/>
            <a:r>
              <a:rPr lang="en-GB" dirty="0"/>
              <a:t>UCL Sans Regular 18pt</a:t>
            </a:r>
            <a:endParaRPr lang="en-US" dirty="0"/>
          </a:p>
        </p:txBody>
      </p:sp>
      <p:pic>
        <p:nvPicPr>
          <p:cNvPr id="6" name="Picture 5">
            <a:extLst>
              <a:ext uri="{FF2B5EF4-FFF2-40B4-BE49-F238E27FC236}">
                <a16:creationId xmlns:a16="http://schemas.microsoft.com/office/drawing/2014/main" id="{ECBB61E5-C9D8-A05D-C8A2-706AEF9A96C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4279994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E0059CEF-3C42-496C-98A7-B10FD3D47508}" type="datetimeFigureOut">
              <a:rPr lang="en-GB" smtClean="0"/>
              <a:t>06/09/2026</a:t>
            </a:fld>
            <a:endParaRPr lang="en-GB"/>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1A1336CE-9010-46F1-A4FF-640C69897228}" type="slidenum">
              <a:rPr lang="en-GB" smtClean="0"/>
              <a:t>‹#›</a:t>
            </a:fld>
            <a:endParaRPr lang="en-GB"/>
          </a:p>
        </p:txBody>
      </p:sp>
    </p:spTree>
    <p:extLst>
      <p:ext uri="{BB962C8B-B14F-4D97-AF65-F5344CB8AC3E}">
        <p14:creationId xmlns:p14="http://schemas.microsoft.com/office/powerpoint/2010/main" val="324811892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059CEF-3C42-496C-98A7-B10FD3D47508}" type="datetimeFigureOut">
              <a:rPr lang="en-GB" smtClean="0"/>
              <a:t>06/09/2026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1336CE-9010-46F1-A4FF-640C69897228}" type="slidenum">
              <a:rPr lang="en-GB" smtClean="0"/>
              <a:t>‹#›</a:t>
            </a:fld>
            <a:endParaRPr lang="en-GB"/>
          </a:p>
        </p:txBody>
      </p:sp>
    </p:spTree>
    <p:extLst>
      <p:ext uri="{BB962C8B-B14F-4D97-AF65-F5344CB8AC3E}">
        <p14:creationId xmlns:p14="http://schemas.microsoft.com/office/powerpoint/2010/main" val="37259457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lex_Title  - 2/3 line heading, image and text">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FF246E73-D036-D034-B53B-3390FBBB5D0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idx="10" hasCustomPrompt="1"/>
          </p:nvPr>
        </p:nvSpPr>
        <p:spPr>
          <a:xfrm>
            <a:off x="-7474" y="0"/>
            <a:ext cx="12192000" cy="6858000"/>
          </a:xfrm>
          <a:prstGeom prst="rect">
            <a:avLst/>
          </a:prstGeom>
        </p:spPr>
        <p:txBody>
          <a:bodyPr/>
          <a:lstStyle>
            <a:lvl1pPr marL="0" indent="0" algn="r">
              <a:buNone/>
              <a:defRPr sz="1100"/>
            </a:lvl1pPr>
            <a:lvl2pPr marL="457200" indent="0">
              <a:buNone/>
              <a:defRPr sz="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dirty="0"/>
              <a:t>Insert and image</a:t>
            </a:r>
          </a:p>
        </p:txBody>
      </p:sp>
      <p:pic>
        <p:nvPicPr>
          <p:cNvPr id="2" name="Picture 1" descr="UCL logo, University College London">
            <a:extLst>
              <a:ext uri="{FF2B5EF4-FFF2-40B4-BE49-F238E27FC236}">
                <a16:creationId xmlns:a16="http://schemas.microsoft.com/office/drawing/2014/main" id="{3EE928D3-B605-30AB-BA7D-FB2B1FC48EF2}"/>
              </a:ext>
            </a:extLst>
          </p:cNvPr>
          <p:cNvPicPr>
            <a:picLocks noChangeAspect="1"/>
          </p:cNvPicPr>
          <p:nvPr/>
        </p:nvPicPr>
        <p:blipFill>
          <a:blip r:embed="rId2"/>
          <a:stretch>
            <a:fillRect/>
          </a:stretch>
        </p:blipFill>
        <p:spPr>
          <a:xfrm>
            <a:off x="8937625" y="5653541"/>
            <a:ext cx="2843213" cy="798059"/>
          </a:xfrm>
          <a:prstGeom prst="rect">
            <a:avLst/>
          </a:prstGeom>
        </p:spPr>
      </p:pic>
      <p:sp>
        <p:nvSpPr>
          <p:cNvPr id="3" name="Text Placeholder 2">
            <a:extLst>
              <a:ext uri="{FF2B5EF4-FFF2-40B4-BE49-F238E27FC236}">
                <a16:creationId xmlns:a16="http://schemas.microsoft.com/office/drawing/2014/main" id="{78B86FC5-1258-6FBF-23A7-19183EBBA39E}"/>
              </a:ext>
            </a:extLst>
          </p:cNvPr>
          <p:cNvSpPr>
            <a:spLocks noGrp="1" noRot="1" noMove="1" noResize="1" noEditPoints="1" noAdjustHandles="1" noChangeArrowheads="1" noChangeShapeType="1"/>
          </p:cNvSpPr>
          <p:nvPr>
            <p:ph type="body" sz="quarter" idx="11" hasCustomPrompt="1"/>
          </p:nvPr>
        </p:nvSpPr>
        <p:spPr>
          <a:xfrm>
            <a:off x="1401472" y="1"/>
            <a:ext cx="5633204" cy="6858000"/>
          </a:xfrm>
          <a:prstGeom prst="rect">
            <a:avLst/>
          </a:prstGeom>
          <a:solidFill>
            <a:schemeClr val="accent1"/>
          </a:solidFill>
        </p:spPr>
        <p:txBody>
          <a:bodyPr lIns="360000" tIns="360000" rIns="360000" bIns="360000"/>
          <a:lstStyle>
            <a:lvl1pPr marL="0" indent="0">
              <a:lnSpc>
                <a:spcPct val="100000"/>
              </a:lnSpc>
              <a:spcBef>
                <a:spcPts val="0"/>
              </a:spcBef>
              <a:buNone/>
              <a:defRPr sz="4200" b="1" i="0">
                <a:solidFill>
                  <a:schemeClr val="accent3"/>
                </a:solidFill>
                <a:latin typeface="UCL Sans SemiBold" pitchFamily="2" charset="77"/>
              </a:defRPr>
            </a:lvl1pPr>
          </a:lstStyle>
          <a:p>
            <a:pPr fontAlgn="auto">
              <a:spcAft>
                <a:spcPts val="0"/>
              </a:spcAft>
            </a:pPr>
            <a:r>
              <a:rPr lang="en-GB" sz="4200" dirty="0">
                <a:solidFill>
                  <a:schemeClr val="accent3"/>
                </a:solidFill>
              </a:rPr>
              <a:t>Main Headline style slide UCL Sans </a:t>
            </a:r>
            <a:r>
              <a:rPr lang="en-GB" sz="4200" dirty="0" err="1">
                <a:solidFill>
                  <a:schemeClr val="accent3"/>
                </a:solidFill>
              </a:rPr>
              <a:t>SemiBold</a:t>
            </a:r>
            <a:r>
              <a:rPr lang="en-GB" sz="4200" dirty="0">
                <a:solidFill>
                  <a:schemeClr val="accent3"/>
                </a:solidFill>
              </a:rPr>
              <a:t> 42pt 2-3 lines max</a:t>
            </a:r>
            <a:endParaRPr lang="en-US" sz="4200" dirty="0">
              <a:solidFill>
                <a:schemeClr val="accent3"/>
              </a:solidFill>
            </a:endParaRPr>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1791890" y="3455778"/>
            <a:ext cx="4807745" cy="707707"/>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a:t>
            </a:r>
          </a:p>
          <a:p>
            <a:pPr lvl="0"/>
            <a:r>
              <a:rPr lang="en-GB" dirty="0"/>
              <a:t>UCL Sans regular 24pt</a:t>
            </a:r>
          </a:p>
        </p:txBody>
      </p:sp>
      <p:sp>
        <p:nvSpPr>
          <p:cNvPr id="5" name="Text Placeholder 2">
            <a:extLst>
              <a:ext uri="{FF2B5EF4-FFF2-40B4-BE49-F238E27FC236}">
                <a16:creationId xmlns:a16="http://schemas.microsoft.com/office/drawing/2014/main" id="{31780D4D-96BC-3F19-6FFC-D0D6B82AF61A}"/>
              </a:ext>
            </a:extLst>
          </p:cNvPr>
          <p:cNvSpPr>
            <a:spLocks noGrp="1"/>
          </p:cNvSpPr>
          <p:nvPr>
            <p:ph type="body" idx="12" hasCustomPrompt="1"/>
          </p:nvPr>
        </p:nvSpPr>
        <p:spPr>
          <a:xfrm>
            <a:off x="1791889" y="4503309"/>
            <a:ext cx="4807745" cy="265046"/>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18px</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5887" y="0"/>
            <a:ext cx="409575"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3D0518E-CF11-EBA3-9663-A8A79A187D4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7034676" y="4532"/>
            <a:ext cx="470692" cy="68534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06637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lex _Content – 1 column title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5136124" y="409575"/>
            <a:ext cx="6604548" cy="1009650"/>
          </a:xfrm>
          <a:prstGeom prst="rect">
            <a:avLst/>
          </a:prstGeom>
        </p:spPr>
        <p:txBody>
          <a:bodyPr anchor="t"/>
          <a:lstStyle>
            <a:lvl1pPr algn="l">
              <a:lnSpc>
                <a:spcPct val="100000"/>
              </a:lnSpc>
              <a:defRPr sz="3600">
                <a:solidFill>
                  <a:schemeClr val="bg1"/>
                </a:solidFill>
              </a:defRPr>
            </a:lvl1pPr>
          </a:lstStyle>
          <a:p>
            <a:pPr lvl="0"/>
            <a:r>
              <a:rPr lang="en-GB" dirty="0"/>
              <a:t>Divider section Title </a:t>
            </a:r>
            <a:br>
              <a:rPr lang="en-GB" dirty="0"/>
            </a:br>
            <a:r>
              <a:rPr lang="en-GB" dirty="0"/>
              <a:t>UCL Sans </a:t>
            </a: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5136124" y="1916825"/>
            <a:ext cx="6604547" cy="3528300"/>
          </a:xfrm>
          <a:prstGeom prst="rect">
            <a:avLst/>
          </a:prstGeom>
        </p:spPr>
        <p:txBody>
          <a:bodyPr/>
          <a:lstStyle>
            <a:lvl1pPr marL="0" indent="0">
              <a:lnSpc>
                <a:spcPct val="100000"/>
              </a:lnSpc>
              <a:spcBef>
                <a:spcPts val="0"/>
              </a:spcBef>
              <a:buFont typeface="Wingdings" pitchFamily="2" charset="2"/>
              <a:buNone/>
              <a:defRPr sz="1800">
                <a:solidFill>
                  <a:schemeClr val="bg1"/>
                </a:solidFill>
              </a:defRPr>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sp>
        <p:nvSpPr>
          <p:cNvPr id="5" name="Rectangle 4">
            <a:extLst>
              <a:ext uri="{FF2B5EF4-FFF2-40B4-BE49-F238E27FC236}">
                <a16:creationId xmlns:a16="http://schemas.microsoft.com/office/drawing/2014/main" id="{7DFDE716-F6EE-9CD2-4183-C3966BF52E8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354138" y="0"/>
            <a:ext cx="18923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C99A0D4-0838-5973-6802-0E9A93433AF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4535" y="2448"/>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D64D565B-2E0B-B3BA-562F-3D6EFC90B27B}"/>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2045919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lex _ Divider – 2 column title, text, table, ima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8" y="409575"/>
            <a:ext cx="3757703" cy="1830294"/>
          </a:xfrm>
          <a:prstGeom prst="rect">
            <a:avLst/>
          </a:prstGeom>
        </p:spPr>
        <p:txBody>
          <a:bodyPr anchor="t"/>
          <a:lstStyle>
            <a:lvl1pPr algn="l">
              <a:lnSpc>
                <a:spcPct val="100000"/>
              </a:lnSpc>
              <a:defRPr sz="3600">
                <a:solidFill>
                  <a:srgbClr val="FAFAFA"/>
                </a:solidFill>
              </a:defRPr>
            </a:lvl1pPr>
          </a:lstStyle>
          <a:p>
            <a:r>
              <a:rPr lang="en-GB" dirty="0"/>
              <a:t>Headline </a:t>
            </a:r>
            <a:br>
              <a:rPr lang="en-GB" dirty="0"/>
            </a:br>
            <a:r>
              <a:rPr lang="en-GB" dirty="0"/>
              <a:t>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1382624" y="2422525"/>
            <a:ext cx="3729218"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Subtitle, UCL Sans Regular 24pt</a:t>
            </a:r>
          </a:p>
        </p:txBody>
      </p:sp>
      <p:sp>
        <p:nvSpPr>
          <p:cNvPr id="4" name="Table Placeholder 3">
            <a:extLst>
              <a:ext uri="{FF2B5EF4-FFF2-40B4-BE49-F238E27FC236}">
                <a16:creationId xmlns:a16="http://schemas.microsoft.com/office/drawing/2014/main" id="{A4C55113-F63B-C02B-63A2-F9C817D9BF39}"/>
              </a:ext>
            </a:extLst>
          </p:cNvPr>
          <p:cNvSpPr>
            <a:spLocks noGrp="1"/>
          </p:cNvSpPr>
          <p:nvPr>
            <p:ph type="tbl" sz="quarter" idx="12"/>
          </p:nvPr>
        </p:nvSpPr>
        <p:spPr>
          <a:xfrm>
            <a:off x="1354139" y="3558615"/>
            <a:ext cx="2668022" cy="2828925"/>
          </a:xfrm>
          <a:prstGeom prst="rect">
            <a:avLst/>
          </a:prstGeom>
        </p:spPr>
        <p:txBody>
          <a:bodyPr/>
          <a:lstStyle/>
          <a:p>
            <a:r>
              <a:rPr lang="en-US"/>
              <a:t>Click icon to add table</a:t>
            </a:r>
            <a:endParaRPr lang="en-US" dirty="0"/>
          </a:p>
        </p:txBody>
      </p:sp>
      <p:sp>
        <p:nvSpPr>
          <p:cNvPr id="11" name="Text Placeholder 2">
            <a:extLst>
              <a:ext uri="{FF2B5EF4-FFF2-40B4-BE49-F238E27FC236}">
                <a16:creationId xmlns:a16="http://schemas.microsoft.com/office/drawing/2014/main" id="{F75F6D65-6CB4-1A07-17CB-355AFECF9D4B}"/>
              </a:ext>
            </a:extLst>
          </p:cNvPr>
          <p:cNvSpPr>
            <a:spLocks noGrp="1"/>
          </p:cNvSpPr>
          <p:nvPr>
            <p:ph type="body" idx="15" hasCustomPrompt="1"/>
          </p:nvPr>
        </p:nvSpPr>
        <p:spPr>
          <a:xfrm>
            <a:off x="5272740" y="882638"/>
            <a:ext cx="6508098" cy="412249"/>
          </a:xfrm>
          <a:prstGeom prst="rect">
            <a:avLst/>
          </a:prstGeom>
        </p:spPr>
        <p:txBody>
          <a:bodyPr lIns="0" tIns="0" rIns="0" bIns="0"/>
          <a:lstStyle>
            <a:lvl1pPr marL="0" indent="0">
              <a:lnSpc>
                <a:spcPct val="100000"/>
              </a:lnSpc>
              <a:spcBef>
                <a:spcPts val="0"/>
              </a:spcBef>
              <a:buNone/>
              <a:defRPr sz="18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p:cNvSpPr>
          <p:nvPr>
            <p:ph type="pic" idx="10"/>
          </p:nvPr>
        </p:nvSpPr>
        <p:spPr>
          <a:xfrm>
            <a:off x="5275105" y="1419226"/>
            <a:ext cx="6507320" cy="440638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3" name="Rectangle 2">
            <a:extLst>
              <a:ext uri="{FF2B5EF4-FFF2-40B4-BE49-F238E27FC236}">
                <a16:creationId xmlns:a16="http://schemas.microsoft.com/office/drawing/2014/main" id="{EC235949-2C3C-533B-6BE3-4C117E17EEF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255F678-9F19-2B31-68D4-F374061E815D}"/>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476525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lex _Content – 2 column 1 title, 2 images, 2 text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8"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1354138" y="2046440"/>
            <a:ext cx="5070914" cy="2160435"/>
          </a:xfrm>
          <a:prstGeom prst="rect">
            <a:avLst/>
          </a:prstGeom>
        </p:spPr>
        <p:txBody>
          <a:bodyPr/>
          <a:lstStyle/>
          <a:p>
            <a:r>
              <a:rPr lang="en-US"/>
              <a:t>Click icon to add picture</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1353402" y="4438650"/>
            <a:ext cx="5070914" cy="1006475"/>
          </a:xfrm>
          <a:prstGeom prst="rect">
            <a:avLst/>
          </a:prstGeom>
        </p:spPr>
        <p:txBody>
          <a:bodyPr/>
          <a:lstStyle>
            <a:lvl1pPr marL="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sp>
        <p:nvSpPr>
          <p:cNvPr id="8" name="Picture Placeholder 6" descr="Add a clear, concise statement describing the main purpose of the image">
            <a:extLst>
              <a:ext uri="{FF2B5EF4-FFF2-40B4-BE49-F238E27FC236}">
                <a16:creationId xmlns:a16="http://schemas.microsoft.com/office/drawing/2014/main" id="{AC751661-2014-7CB4-B61A-24EB30E04B80}"/>
              </a:ext>
            </a:extLst>
          </p:cNvPr>
          <p:cNvSpPr>
            <a:spLocks noGrp="1"/>
          </p:cNvSpPr>
          <p:nvPr>
            <p:ph type="pic" sz="quarter" idx="14"/>
          </p:nvPr>
        </p:nvSpPr>
        <p:spPr>
          <a:xfrm>
            <a:off x="6686368" y="2046440"/>
            <a:ext cx="5070914" cy="2160435"/>
          </a:xfrm>
          <a:prstGeom prst="rect">
            <a:avLst/>
          </a:prstGeom>
        </p:spPr>
        <p:txBody>
          <a:bodyPr/>
          <a:lstStyle/>
          <a:p>
            <a:r>
              <a:rPr lang="en-US"/>
              <a:t>Click icon to add picture</a:t>
            </a:r>
          </a:p>
        </p:txBody>
      </p:sp>
      <p:sp>
        <p:nvSpPr>
          <p:cNvPr id="5" name="Text Placeholder 7">
            <a:extLst>
              <a:ext uri="{FF2B5EF4-FFF2-40B4-BE49-F238E27FC236}">
                <a16:creationId xmlns:a16="http://schemas.microsoft.com/office/drawing/2014/main" id="{5584243F-83D4-EC28-5C47-CF5ACA19B5DC}"/>
              </a:ext>
            </a:extLst>
          </p:cNvPr>
          <p:cNvSpPr>
            <a:spLocks noGrp="1"/>
          </p:cNvSpPr>
          <p:nvPr>
            <p:ph type="body" sz="quarter" idx="12" hasCustomPrompt="1"/>
          </p:nvPr>
        </p:nvSpPr>
        <p:spPr>
          <a:xfrm>
            <a:off x="6686367" y="4438650"/>
            <a:ext cx="5049033" cy="1006475"/>
          </a:xfrm>
          <a:prstGeom prst="rect">
            <a:avLst/>
          </a:prstGeom>
        </p:spPr>
        <p:txBody>
          <a:bodyPr/>
          <a:lstStyle>
            <a:lvl1pPr marL="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sp>
        <p:nvSpPr>
          <p:cNvPr id="6" name="Rectangle 5">
            <a:extLst>
              <a:ext uri="{FF2B5EF4-FFF2-40B4-BE49-F238E27FC236}">
                <a16:creationId xmlns:a16="http://schemas.microsoft.com/office/drawing/2014/main" id="{2D31EA68-8F97-2C93-1DF1-0C50A907ABE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A935693-F1F7-EFB7-3F70-BBCEEF923D9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4880013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Complex _Content – 2 column 1 title, 2 images, 2 text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8CF606E-A120-FD80-1208-6800F7AB3C83}"/>
              </a:ext>
            </a:extLst>
          </p:cNvPr>
          <p:cNvSpPr>
            <a:spLocks noGrp="1"/>
          </p:cNvSpPr>
          <p:nvPr>
            <p:ph type="ctrTitle" hasCustomPrompt="1"/>
          </p:nvPr>
        </p:nvSpPr>
        <p:spPr>
          <a:xfrm>
            <a:off x="1343450" y="409575"/>
            <a:ext cx="5965287" cy="124224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10" name="Picture Placeholder 6" descr="Add a clear, concise statement describing the main purpose of the image">
            <a:extLst>
              <a:ext uri="{FF2B5EF4-FFF2-40B4-BE49-F238E27FC236}">
                <a16:creationId xmlns:a16="http://schemas.microsoft.com/office/drawing/2014/main" id="{2F201AA6-C7B0-FA4A-12EF-F05A6A27B847}"/>
              </a:ext>
            </a:extLst>
          </p:cNvPr>
          <p:cNvSpPr>
            <a:spLocks noGrp="1"/>
          </p:cNvSpPr>
          <p:nvPr>
            <p:ph type="pic" sz="quarter" idx="13"/>
          </p:nvPr>
        </p:nvSpPr>
        <p:spPr>
          <a:xfrm>
            <a:off x="1343449" y="2046440"/>
            <a:ext cx="4502211" cy="3398685"/>
          </a:xfrm>
          <a:prstGeom prst="rect">
            <a:avLst/>
          </a:prstGeom>
        </p:spPr>
        <p:txBody>
          <a:bodyPr/>
          <a:lstStyle/>
          <a:p>
            <a:r>
              <a:rPr lang="en-US"/>
              <a:t>Click icon to add picture</a:t>
            </a:r>
          </a:p>
        </p:txBody>
      </p:sp>
      <p:sp>
        <p:nvSpPr>
          <p:cNvPr id="11" name="Text Placeholder 7">
            <a:extLst>
              <a:ext uri="{FF2B5EF4-FFF2-40B4-BE49-F238E27FC236}">
                <a16:creationId xmlns:a16="http://schemas.microsoft.com/office/drawing/2014/main" id="{3DB5FBAF-BF92-0B32-16AD-1D4746507FE2}"/>
              </a:ext>
            </a:extLst>
          </p:cNvPr>
          <p:cNvSpPr>
            <a:spLocks noGrp="1"/>
          </p:cNvSpPr>
          <p:nvPr>
            <p:ph type="body" sz="quarter" idx="11" hasCustomPrompt="1"/>
          </p:nvPr>
        </p:nvSpPr>
        <p:spPr>
          <a:xfrm>
            <a:off x="6096000" y="2046440"/>
            <a:ext cx="5684838" cy="3398685"/>
          </a:xfrm>
          <a:prstGeom prst="rect">
            <a:avLst/>
          </a:prstGeom>
        </p:spPr>
        <p:txBody>
          <a:bodyPr/>
          <a:lstStyle>
            <a:lvl1pPr marL="0" indent="0">
              <a:lnSpc>
                <a:spcPct val="100000"/>
              </a:lnSpc>
              <a:spcBef>
                <a:spcPts val="0"/>
              </a:spcBef>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sp>
        <p:nvSpPr>
          <p:cNvPr id="6" name="Rectangle 5">
            <a:extLst>
              <a:ext uri="{FF2B5EF4-FFF2-40B4-BE49-F238E27FC236}">
                <a16:creationId xmlns:a16="http://schemas.microsoft.com/office/drawing/2014/main" id="{2D31EA68-8F97-2C93-1DF1-0C50A907ABE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8E64966-6EA4-2AE9-2F73-A1E95B461EBC}"/>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0618765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mplex _Content – 4 column title, 4 images, 4 text">
    <p:bg>
      <p:bgPr>
        <a:solidFill>
          <a:schemeClr val="bg1"/>
        </a:solidFill>
        <a:effectLst/>
      </p:bgPr>
    </p:bg>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C745EF00-09E6-10CA-B1BF-5A7B7EC8063C}"/>
              </a:ext>
            </a:extLst>
          </p:cNvPr>
          <p:cNvSpPr>
            <a:spLocks noGrp="1"/>
          </p:cNvSpPr>
          <p:nvPr>
            <p:ph type="body" sz="quarter" idx="15" hasCustomPrompt="1"/>
          </p:nvPr>
        </p:nvSpPr>
        <p:spPr>
          <a:xfrm>
            <a:off x="1354138" y="409575"/>
            <a:ext cx="8569680" cy="1377950"/>
          </a:xfrm>
          <a:prstGeom prst="rect">
            <a:avLst/>
          </a:prstGeom>
        </p:spPr>
        <p:txBody>
          <a:bodyPr/>
          <a:lstStyle>
            <a:lvl1pPr>
              <a:lnSpc>
                <a:spcPct val="100000"/>
              </a:lnSpc>
              <a:spcBef>
                <a:spcPts val="0"/>
              </a:spcBef>
              <a:buNone/>
              <a:defRPr sz="3600" b="1" i="0">
                <a:solidFill>
                  <a:schemeClr val="accent1"/>
                </a:solidFill>
                <a:latin typeface="UCL Sans SemiBold" pitchFamily="2" charset="77"/>
              </a:defRPr>
            </a:lvl1pPr>
            <a:lvl2pPr>
              <a:buNone/>
              <a:defRPr/>
            </a:lvl2pPr>
            <a:lvl3pPr>
              <a:buNone/>
              <a:defRPr/>
            </a:lvl3pPr>
            <a:lvl4pPr>
              <a:buNone/>
              <a:defRPr/>
            </a:lvl4pPr>
            <a:lvl5pPr>
              <a:buNone/>
              <a:defRPr/>
            </a:lvl5pPr>
          </a:lstStyle>
          <a:p>
            <a:pPr lvl="0"/>
            <a:r>
              <a:rPr lang="en-GB" dirty="0"/>
              <a:t>Headline </a:t>
            </a:r>
          </a:p>
          <a:p>
            <a:pPr lvl="0"/>
            <a:r>
              <a:rPr lang="en-GB" dirty="0"/>
              <a:t>UCL </a:t>
            </a:r>
            <a:r>
              <a:rPr lang="en-GB" dirty="0" err="1"/>
              <a:t>SemiBold</a:t>
            </a:r>
            <a:r>
              <a:rPr lang="en-GB" dirty="0"/>
              <a:t> 36pt</a:t>
            </a:r>
          </a:p>
        </p:txBody>
      </p:sp>
      <p:sp>
        <p:nvSpPr>
          <p:cNvPr id="7" name="Picture Placeholder 6" descr="Add a clear, concise statement describing the main purpose of the image">
            <a:extLst>
              <a:ext uri="{FF2B5EF4-FFF2-40B4-BE49-F238E27FC236}">
                <a16:creationId xmlns:a16="http://schemas.microsoft.com/office/drawing/2014/main" id="{0799EAC2-36C5-0886-6CEB-AA012D2BF087}"/>
              </a:ext>
            </a:extLst>
          </p:cNvPr>
          <p:cNvSpPr>
            <a:spLocks noGrp="1"/>
          </p:cNvSpPr>
          <p:nvPr>
            <p:ph type="pic" sz="quarter" idx="13"/>
          </p:nvPr>
        </p:nvSpPr>
        <p:spPr>
          <a:xfrm>
            <a:off x="1354136" y="2185495"/>
            <a:ext cx="2445318" cy="1748196"/>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1354135" y="4204795"/>
            <a:ext cx="2438375" cy="1242244"/>
          </a:xfrm>
          <a:prstGeom prst="rect">
            <a:avLst/>
          </a:prstGeom>
        </p:spPr>
        <p:txBody>
          <a:bodyPr anchor="t"/>
          <a:lstStyle>
            <a:lvl1pPr marL="0" marR="0" indent="0" algn="l" defTabSz="914400" rtl="0" eaLnBrk="1" fontAlgn="auto" latinLnBrk="0" hangingPunct="1">
              <a:lnSpc>
                <a:spcPct val="100000"/>
              </a:lnSpc>
              <a:spcBef>
                <a:spcPct val="0"/>
              </a:spcBef>
              <a:spcAft>
                <a:spcPts val="0"/>
              </a:spcAft>
              <a:buClrTx/>
              <a:buSzTx/>
              <a:buFontTx/>
              <a:buNone/>
              <a:tabLst/>
              <a:defRPr sz="1800" b="0" i="0">
                <a:solidFill>
                  <a:schemeClr val="tx2"/>
                </a:solidFill>
                <a:latin typeface="UCL Sans" pitchFamily="2" charset="77"/>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dirty="0"/>
              <a:t>Body text, </a:t>
            </a:r>
            <a:br>
              <a:rPr lang="en-GB" dirty="0"/>
            </a:br>
            <a:r>
              <a:rPr lang="en-GB" dirty="0"/>
              <a:t>UCL Sans Regular 18pt</a:t>
            </a:r>
          </a:p>
        </p:txBody>
      </p:sp>
      <p:sp>
        <p:nvSpPr>
          <p:cNvPr id="28" name="Picture Placeholder 6" descr="Add a clear, concise statement describing the main purpose of the image">
            <a:extLst>
              <a:ext uri="{FF2B5EF4-FFF2-40B4-BE49-F238E27FC236}">
                <a16:creationId xmlns:a16="http://schemas.microsoft.com/office/drawing/2014/main" id="{7A9B95BC-4D66-3908-97EF-FB4460F52B22}"/>
              </a:ext>
            </a:extLst>
          </p:cNvPr>
          <p:cNvSpPr>
            <a:spLocks noGrp="1"/>
          </p:cNvSpPr>
          <p:nvPr>
            <p:ph type="pic" sz="quarter" idx="16"/>
          </p:nvPr>
        </p:nvSpPr>
        <p:spPr>
          <a:xfrm>
            <a:off x="4014597" y="2185495"/>
            <a:ext cx="2445318" cy="1748196"/>
          </a:xfrm>
          <a:prstGeom prst="rect">
            <a:avLst/>
          </a:prstGeom>
        </p:spPr>
        <p:txBody>
          <a:bodyPr/>
          <a:lstStyle/>
          <a:p>
            <a:r>
              <a:rPr lang="en-US"/>
              <a:t>Click icon to add picture</a:t>
            </a:r>
          </a:p>
        </p:txBody>
      </p:sp>
      <p:sp>
        <p:nvSpPr>
          <p:cNvPr id="30" name="Text Placeholder 29">
            <a:extLst>
              <a:ext uri="{FF2B5EF4-FFF2-40B4-BE49-F238E27FC236}">
                <a16:creationId xmlns:a16="http://schemas.microsoft.com/office/drawing/2014/main" id="{FBDDB7BF-E334-9161-E3A7-3D392EA86CA2}"/>
              </a:ext>
            </a:extLst>
          </p:cNvPr>
          <p:cNvSpPr>
            <a:spLocks noGrp="1"/>
          </p:cNvSpPr>
          <p:nvPr>
            <p:ph type="body" sz="quarter" idx="17" hasCustomPrompt="1"/>
          </p:nvPr>
        </p:nvSpPr>
        <p:spPr>
          <a:xfrm>
            <a:off x="4014597" y="4204795"/>
            <a:ext cx="2445318" cy="1268976"/>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35" name="Picture Placeholder 6" descr="Add a clear, concise statement describing the main purpose of the image">
            <a:extLst>
              <a:ext uri="{FF2B5EF4-FFF2-40B4-BE49-F238E27FC236}">
                <a16:creationId xmlns:a16="http://schemas.microsoft.com/office/drawing/2014/main" id="{C85375D3-F603-A1F9-0769-6A655B6E6692}"/>
              </a:ext>
            </a:extLst>
          </p:cNvPr>
          <p:cNvSpPr>
            <a:spLocks noGrp="1"/>
          </p:cNvSpPr>
          <p:nvPr>
            <p:ph type="pic" sz="quarter" idx="20"/>
          </p:nvPr>
        </p:nvSpPr>
        <p:spPr>
          <a:xfrm>
            <a:off x="6675058" y="2185495"/>
            <a:ext cx="2445318" cy="1748196"/>
          </a:xfrm>
          <a:prstGeom prst="rect">
            <a:avLst/>
          </a:prstGeom>
        </p:spPr>
        <p:txBody>
          <a:bodyPr/>
          <a:lstStyle/>
          <a:p>
            <a:r>
              <a:rPr lang="en-US"/>
              <a:t>Click icon to add picture</a:t>
            </a:r>
          </a:p>
        </p:txBody>
      </p:sp>
      <p:sp>
        <p:nvSpPr>
          <p:cNvPr id="32" name="Text Placeholder 31">
            <a:extLst>
              <a:ext uri="{FF2B5EF4-FFF2-40B4-BE49-F238E27FC236}">
                <a16:creationId xmlns:a16="http://schemas.microsoft.com/office/drawing/2014/main" id="{C1102347-D73B-9C6D-7E2C-F4283EC520FF}"/>
              </a:ext>
            </a:extLst>
          </p:cNvPr>
          <p:cNvSpPr>
            <a:spLocks noGrp="1"/>
          </p:cNvSpPr>
          <p:nvPr>
            <p:ph type="body" sz="quarter" idx="18" hasCustomPrompt="1"/>
          </p:nvPr>
        </p:nvSpPr>
        <p:spPr>
          <a:xfrm>
            <a:off x="6675058" y="4204795"/>
            <a:ext cx="2426413" cy="1242244"/>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36" name="Picture Placeholder 6" descr="Add a clear, concise statement describing the main purpose of the image">
            <a:extLst>
              <a:ext uri="{FF2B5EF4-FFF2-40B4-BE49-F238E27FC236}">
                <a16:creationId xmlns:a16="http://schemas.microsoft.com/office/drawing/2014/main" id="{5B98E73B-EC26-695B-64A0-FE5244D0C7D7}"/>
              </a:ext>
            </a:extLst>
          </p:cNvPr>
          <p:cNvSpPr>
            <a:spLocks noGrp="1"/>
          </p:cNvSpPr>
          <p:nvPr>
            <p:ph type="pic" sz="quarter" idx="21"/>
          </p:nvPr>
        </p:nvSpPr>
        <p:spPr>
          <a:xfrm>
            <a:off x="9335520" y="2185495"/>
            <a:ext cx="2445318" cy="1748196"/>
          </a:xfrm>
          <a:prstGeom prst="rect">
            <a:avLst/>
          </a:prstGeom>
        </p:spPr>
        <p:txBody>
          <a:bodyPr/>
          <a:lstStyle/>
          <a:p>
            <a:r>
              <a:rPr lang="en-US"/>
              <a:t>Click icon to add picture</a:t>
            </a:r>
          </a:p>
        </p:txBody>
      </p:sp>
      <p:sp>
        <p:nvSpPr>
          <p:cNvPr id="34" name="Text Placeholder 33">
            <a:extLst>
              <a:ext uri="{FF2B5EF4-FFF2-40B4-BE49-F238E27FC236}">
                <a16:creationId xmlns:a16="http://schemas.microsoft.com/office/drawing/2014/main" id="{B62033B8-9ECF-6181-24C6-8380692FF4A0}"/>
              </a:ext>
            </a:extLst>
          </p:cNvPr>
          <p:cNvSpPr>
            <a:spLocks noGrp="1"/>
          </p:cNvSpPr>
          <p:nvPr>
            <p:ph type="body" sz="quarter" idx="19" hasCustomPrompt="1"/>
          </p:nvPr>
        </p:nvSpPr>
        <p:spPr>
          <a:xfrm>
            <a:off x="9320932" y="4204795"/>
            <a:ext cx="2459905" cy="1266825"/>
          </a:xfrm>
          <a:prstGeom prst="rect">
            <a:avLst/>
          </a:prstGeom>
        </p:spPr>
        <p:txBody>
          <a:bodyPr/>
          <a:lstStyle>
            <a:lvl1pPr marL="0" indent="0">
              <a:lnSpc>
                <a:spcPct val="100000"/>
              </a:lnSpc>
              <a:spcBef>
                <a:spcPts val="0"/>
              </a:spcBef>
              <a:buNone/>
              <a:defRPr sz="1800" b="0" i="0">
                <a:latin typeface="UCL Sans" pitchFamily="2" charset="77"/>
              </a:defRPr>
            </a:lvl1pPr>
            <a:lvl2pPr>
              <a:buNone/>
              <a:defRPr sz="1200" b="0" i="0">
                <a:latin typeface="UCL Sans" pitchFamily="2" charset="77"/>
              </a:defRPr>
            </a:lvl2pPr>
            <a:lvl3pPr>
              <a:buNone/>
              <a:defRPr sz="1200" b="0" i="0">
                <a:latin typeface="UCL Sans" pitchFamily="2" charset="77"/>
              </a:defRPr>
            </a:lvl3pPr>
            <a:lvl4pPr>
              <a:buNone/>
              <a:defRPr sz="1200" b="0" i="0">
                <a:latin typeface="UCL Sans" pitchFamily="2" charset="77"/>
              </a:defRPr>
            </a:lvl4pPr>
            <a:lvl5pPr>
              <a:buNone/>
              <a:defRPr sz="1200" b="0" i="0">
                <a:latin typeface="UCL Sans" pitchFamily="2" charset="77"/>
              </a:defRPr>
            </a:lvl5pPr>
          </a:lstStyle>
          <a:p>
            <a:pPr lvl="0"/>
            <a:r>
              <a:rPr lang="en-GB" dirty="0"/>
              <a:t>Body text, </a:t>
            </a:r>
            <a:br>
              <a:rPr lang="en-GB" dirty="0"/>
            </a:br>
            <a:r>
              <a:rPr lang="en-GB" dirty="0"/>
              <a:t>UCL Sans Regular 18pt</a:t>
            </a:r>
            <a:endParaRPr lang="en-US" dirty="0"/>
          </a:p>
        </p:txBody>
      </p:sp>
      <p:sp>
        <p:nvSpPr>
          <p:cNvPr id="4" name="Rectangle 3">
            <a:extLst>
              <a:ext uri="{FF2B5EF4-FFF2-40B4-BE49-F238E27FC236}">
                <a16:creationId xmlns:a16="http://schemas.microsoft.com/office/drawing/2014/main" id="{ABD764E0-C2A5-851D-9E15-7970376FAD1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1993"/>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EE115A2-315F-2C75-AD3F-871CC5AAC4DF}"/>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55495256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mplex _Content – 2 column title, 1 subheading, 2 image/graphs/charts">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E879B5DC-7300-88F8-C308-CBC1B2803C67}"/>
              </a:ext>
            </a:extLst>
          </p:cNvPr>
          <p:cNvSpPr>
            <a:spLocks noGrp="1"/>
          </p:cNvSpPr>
          <p:nvPr>
            <p:ph type="body" sz="half" idx="2" hasCustomPrompt="1"/>
          </p:nvPr>
        </p:nvSpPr>
        <p:spPr>
          <a:xfrm>
            <a:off x="1354139" y="421180"/>
            <a:ext cx="4303112" cy="1560910"/>
          </a:xfrm>
          <a:prstGeom prst="rect">
            <a:avLst/>
          </a:prstGeom>
        </p:spPr>
        <p:txBody>
          <a:bodyPr/>
          <a:lstStyle>
            <a:lvl1pPr marL="0" indent="0">
              <a:lnSpc>
                <a:spcPct val="100000"/>
              </a:lnSpc>
              <a:spcBef>
                <a:spcPts val="0"/>
              </a:spcBef>
              <a:buNone/>
              <a:defRPr sz="3600" b="1" i="0">
                <a:solidFill>
                  <a:schemeClr val="accent1"/>
                </a:solidFill>
                <a:latin typeface="UCL Sans Semi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Headline </a:t>
            </a:r>
          </a:p>
          <a:p>
            <a:pPr lvl="0"/>
            <a:r>
              <a:rPr lang="en-GB" dirty="0"/>
              <a:t>UCL Sans </a:t>
            </a:r>
          </a:p>
          <a:p>
            <a:pPr lvl="0"/>
            <a:r>
              <a:rPr lang="en-GB" dirty="0" err="1"/>
              <a:t>SemiBold</a:t>
            </a:r>
            <a:r>
              <a:rPr lang="en-GB" dirty="0"/>
              <a:t> 36pt</a:t>
            </a:r>
          </a:p>
        </p:txBody>
      </p:sp>
      <p:sp>
        <p:nvSpPr>
          <p:cNvPr id="9" name="Text Placeholder 3">
            <a:extLst>
              <a:ext uri="{FF2B5EF4-FFF2-40B4-BE49-F238E27FC236}">
                <a16:creationId xmlns:a16="http://schemas.microsoft.com/office/drawing/2014/main" id="{BD51B5E5-6C5C-CBFB-B0B8-D64DB5640EBC}"/>
              </a:ext>
            </a:extLst>
          </p:cNvPr>
          <p:cNvSpPr>
            <a:spLocks noGrp="1"/>
          </p:cNvSpPr>
          <p:nvPr>
            <p:ph type="body" sz="half" idx="13" hasCustomPrompt="1"/>
          </p:nvPr>
        </p:nvSpPr>
        <p:spPr>
          <a:xfrm>
            <a:off x="6096001" y="419192"/>
            <a:ext cx="5684838" cy="1128506"/>
          </a:xfrm>
          <a:prstGeom prst="rect">
            <a:avLst/>
          </a:prstGeom>
        </p:spPr>
        <p:txBody>
          <a:bodyPr/>
          <a:lstStyle>
            <a:lvl1pPr marL="0" indent="0">
              <a:lnSpc>
                <a:spcPct val="100000"/>
              </a:lnSpc>
              <a:spcBef>
                <a:spcPts val="0"/>
              </a:spcBef>
              <a:buNone/>
              <a:defRPr sz="2400" b="0" i="0">
                <a:solidFill>
                  <a:schemeClr val="accent1"/>
                </a:solidFill>
                <a:latin typeface="UCL Sans"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Subheading text style, </a:t>
            </a:r>
          </a:p>
          <a:p>
            <a:pPr lvl="0"/>
            <a:r>
              <a:rPr lang="en-GB" dirty="0"/>
              <a:t>UCL Sans regular 24pt</a:t>
            </a:r>
          </a:p>
        </p:txBody>
      </p:sp>
      <p:sp>
        <p:nvSpPr>
          <p:cNvPr id="6" name="Content Placeholder 3">
            <a:extLst>
              <a:ext uri="{FF2B5EF4-FFF2-40B4-BE49-F238E27FC236}">
                <a16:creationId xmlns:a16="http://schemas.microsoft.com/office/drawing/2014/main" id="{129D6C95-4A5B-9C67-29AF-2DE954D6E43F}"/>
              </a:ext>
            </a:extLst>
          </p:cNvPr>
          <p:cNvSpPr>
            <a:spLocks noGrp="1"/>
          </p:cNvSpPr>
          <p:nvPr>
            <p:ph sz="half" idx="1" hasCustomPrompt="1"/>
          </p:nvPr>
        </p:nvSpPr>
        <p:spPr>
          <a:xfrm>
            <a:off x="1354138" y="2422525"/>
            <a:ext cx="4303112" cy="302260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p:txBody>
      </p:sp>
      <p:sp>
        <p:nvSpPr>
          <p:cNvPr id="7" name="Content Placeholder 5">
            <a:extLst>
              <a:ext uri="{FF2B5EF4-FFF2-40B4-BE49-F238E27FC236}">
                <a16:creationId xmlns:a16="http://schemas.microsoft.com/office/drawing/2014/main" id="{80A7D660-C734-F70C-8436-BC3EFE9A5B2D}"/>
              </a:ext>
            </a:extLst>
          </p:cNvPr>
          <p:cNvSpPr>
            <a:spLocks noGrp="1"/>
          </p:cNvSpPr>
          <p:nvPr>
            <p:ph sz="half" idx="12" hasCustomPrompt="1"/>
          </p:nvPr>
        </p:nvSpPr>
        <p:spPr>
          <a:xfrm>
            <a:off x="6096000" y="2422525"/>
            <a:ext cx="5649921" cy="302260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Space for graphs, images, charts</a:t>
            </a:r>
            <a:endParaRPr lang="en-US" dirty="0"/>
          </a:p>
          <a:p>
            <a:endParaRPr lang="en-US" dirty="0"/>
          </a:p>
        </p:txBody>
      </p:sp>
      <p:sp>
        <p:nvSpPr>
          <p:cNvPr id="11" name="Rectangle 10">
            <a:extLst>
              <a:ext uri="{FF2B5EF4-FFF2-40B4-BE49-F238E27FC236}">
                <a16:creationId xmlns:a16="http://schemas.microsoft.com/office/drawing/2014/main" id="{82194073-EA37-1F6C-8979-A5566C6B651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8137"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EC4CDE7-BB95-C8A0-730E-D626B97500E6}"/>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91104103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Content – full page image white logo">
    <p:spTree>
      <p:nvGrpSpPr>
        <p:cNvPr id="1" name=""/>
        <p:cNvGrpSpPr/>
        <p:nvPr/>
      </p:nvGrpSpPr>
      <p:grpSpPr>
        <a:xfrm>
          <a:off x="0" y="0"/>
          <a:ext cx="0" cy="0"/>
          <a:chOff x="0" y="0"/>
          <a:chExt cx="0" cy="0"/>
        </a:xfrm>
      </p:grpSpPr>
      <p:sp>
        <p:nvSpPr>
          <p:cNvPr id="2" name="Picture Placeholder 6" descr="Add a clear, concise statement describing the main purpose of the image">
            <a:extLst>
              <a:ext uri="{FF2B5EF4-FFF2-40B4-BE49-F238E27FC236}">
                <a16:creationId xmlns:a16="http://schemas.microsoft.com/office/drawing/2014/main" id="{ECFBA17C-2B5D-255B-BB8F-D30D74D054C3}"/>
              </a:ext>
            </a:extLst>
          </p:cNvPr>
          <p:cNvSpPr>
            <a:spLocks noGrp="1" noRot="1" noMove="1" noResize="1" noEditPoints="1" noAdjustHandles="1" noChangeArrowheads="1" noChangeShapeType="1"/>
          </p:cNvSpPr>
          <p:nvPr>
            <p:ph type="pic" sz="quarter" idx="13"/>
          </p:nvPr>
        </p:nvSpPr>
        <p:spPr>
          <a:xfrm>
            <a:off x="391438" y="0"/>
            <a:ext cx="11800562" cy="6858000"/>
          </a:xfrm>
          <a:prstGeom prst="rect">
            <a:avLst/>
          </a:prstGeom>
        </p:spPr>
        <p:txBody>
          <a:bodyPr/>
          <a:lstStyle/>
          <a:p>
            <a:r>
              <a:rPr lang="en-US"/>
              <a:t>Click icon to add picture</a:t>
            </a:r>
          </a:p>
        </p:txBody>
      </p:sp>
      <p:sp>
        <p:nvSpPr>
          <p:cNvPr id="11" name="Rectangle 10">
            <a:extLst>
              <a:ext uri="{FF2B5EF4-FFF2-40B4-BE49-F238E27FC236}">
                <a16:creationId xmlns:a16="http://schemas.microsoft.com/office/drawing/2014/main" id="{82194073-EA37-1F6C-8979-A5566C6B651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8137" y="0"/>
            <a:ext cx="4095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392A8DC-7EF8-37EE-2959-687D81C066F9}"/>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0890" y="6067187"/>
            <a:ext cx="1432605" cy="402117"/>
          </a:xfrm>
          <a:prstGeom prst="rect">
            <a:avLst/>
          </a:prstGeom>
        </p:spPr>
      </p:pic>
    </p:spTree>
    <p:extLst>
      <p:ext uri="{BB962C8B-B14F-4D97-AF65-F5344CB8AC3E}">
        <p14:creationId xmlns:p14="http://schemas.microsoft.com/office/powerpoint/2010/main" val="357878725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UCL Instructions - Using the PowerPoint Templat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C2163B-CB7B-1F39-3497-AE8407BE193E}"/>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4177835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imple_Title  -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2303463" y="4473756"/>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2">
            <a:extLst>
              <a:ext uri="{FF2B5EF4-FFF2-40B4-BE49-F238E27FC236}">
                <a16:creationId xmlns:a16="http://schemas.microsoft.com/office/drawing/2014/main" id="{91B036D7-E2F6-A505-BD78-D58A7EE2AF66}"/>
              </a:ext>
            </a:extLst>
          </p:cNvPr>
          <p:cNvSpPr>
            <a:spLocks noGrp="1"/>
          </p:cNvSpPr>
          <p:nvPr>
            <p:ph type="body" idx="10" hasCustomPrompt="1"/>
          </p:nvPr>
        </p:nvSpPr>
        <p:spPr>
          <a:xfrm>
            <a:off x="2303463" y="4981780"/>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 </a:t>
            </a:r>
          </a:p>
        </p:txBody>
      </p:sp>
      <p:pic>
        <p:nvPicPr>
          <p:cNvPr id="9" name="Picture 8" descr="UCL logo, University College London">
            <a:extLst>
              <a:ext uri="{FF2B5EF4-FFF2-40B4-BE49-F238E27FC236}">
                <a16:creationId xmlns:a16="http://schemas.microsoft.com/office/drawing/2014/main" id="{D13C0C81-E6EF-C626-E359-2DC4637817EE}"/>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p:nvPicPr>
        <p:blipFill>
          <a:blip r:embed="rId2"/>
          <a:stretch>
            <a:fillRect/>
          </a:stretch>
        </p:blipFill>
        <p:spPr>
          <a:xfrm>
            <a:off x="8941455" y="5661248"/>
            <a:ext cx="2844805" cy="798505"/>
          </a:xfrm>
          <a:prstGeom prst="rect">
            <a:avLst/>
          </a:prstGeom>
        </p:spPr>
      </p:pic>
    </p:spTree>
    <p:extLst>
      <p:ext uri="{BB962C8B-B14F-4D97-AF65-F5344CB8AC3E}">
        <p14:creationId xmlns:p14="http://schemas.microsoft.com/office/powerpoint/2010/main" val="22928859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imple_Title  - Faculty, School Department 2/3 line heading and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2303463" y="3627624"/>
            <a:ext cx="6485967" cy="361324"/>
          </a:xfrm>
          <a:prstGeom prst="rect">
            <a:avLst/>
          </a:prstGeom>
        </p:spPr>
        <p:txBody>
          <a:bodyPr lIns="0" tIns="0" rIns="0" bIns="0"/>
          <a:lstStyle>
            <a:lvl1pPr marL="0" indent="0">
              <a:lnSpc>
                <a:spcPct val="100000"/>
              </a:lnSpc>
              <a:spcBef>
                <a:spcPts val="0"/>
              </a:spcBef>
              <a:buNone/>
              <a:defRPr sz="24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Names of Presenters, UCL Sans Regular 24pt</a:t>
            </a:r>
          </a:p>
        </p:txBody>
      </p:sp>
      <p:sp>
        <p:nvSpPr>
          <p:cNvPr id="5" name="Text Placeholder 2">
            <a:extLst>
              <a:ext uri="{FF2B5EF4-FFF2-40B4-BE49-F238E27FC236}">
                <a16:creationId xmlns:a16="http://schemas.microsoft.com/office/drawing/2014/main" id="{91B036D7-E2F6-A505-BD78-D58A7EE2AF66}"/>
              </a:ext>
            </a:extLst>
          </p:cNvPr>
          <p:cNvSpPr>
            <a:spLocks noGrp="1"/>
          </p:cNvSpPr>
          <p:nvPr>
            <p:ph type="body" idx="10" hasCustomPrompt="1"/>
          </p:nvPr>
        </p:nvSpPr>
        <p:spPr>
          <a:xfrm>
            <a:off x="2303463" y="4135648"/>
            <a:ext cx="6485967" cy="36132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Date, UCL Sans Regular 18pt</a:t>
            </a:r>
          </a:p>
        </p:txBody>
      </p:sp>
      <p:sp>
        <p:nvSpPr>
          <p:cNvPr id="6" name="Text Placeholder 2">
            <a:extLst>
              <a:ext uri="{FF2B5EF4-FFF2-40B4-BE49-F238E27FC236}">
                <a16:creationId xmlns:a16="http://schemas.microsoft.com/office/drawing/2014/main" id="{9B210098-618B-3211-A070-0B31B3AB0AFB}"/>
              </a:ext>
            </a:extLst>
          </p:cNvPr>
          <p:cNvSpPr>
            <a:spLocks noGrp="1"/>
          </p:cNvSpPr>
          <p:nvPr>
            <p:ph type="body" idx="11" hasCustomPrompt="1"/>
          </p:nvPr>
        </p:nvSpPr>
        <p:spPr>
          <a:xfrm>
            <a:off x="2273719" y="5854933"/>
            <a:ext cx="6240809" cy="582780"/>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Type in your faculty/department/unit name here </a:t>
            </a:r>
          </a:p>
          <a:p>
            <a:pPr lvl="0"/>
            <a:r>
              <a:rPr lang="en-GB" dirty="0"/>
              <a:t>UCL Sans Regular 18pt</a:t>
            </a:r>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UCL logo, University College London">
            <a:extLst>
              <a:ext uri="{FF2B5EF4-FFF2-40B4-BE49-F238E27FC236}">
                <a16:creationId xmlns:a16="http://schemas.microsoft.com/office/drawing/2014/main" id="{015A3936-D42C-5AA9-C95F-13B329034A6F}"/>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p:nvPicPr>
        <p:blipFill>
          <a:blip r:embed="rId2"/>
          <a:stretch>
            <a:fillRect/>
          </a:stretch>
        </p:blipFill>
        <p:spPr>
          <a:xfrm>
            <a:off x="8941455" y="5661248"/>
            <a:ext cx="2844805" cy="798505"/>
          </a:xfrm>
          <a:prstGeom prst="rect">
            <a:avLst/>
          </a:prstGeom>
        </p:spPr>
      </p:pic>
    </p:spTree>
    <p:extLst>
      <p:ext uri="{BB962C8B-B14F-4D97-AF65-F5344CB8AC3E}">
        <p14:creationId xmlns:p14="http://schemas.microsoft.com/office/powerpoint/2010/main" val="59046516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Simple_Title -2-3 line heading and image">
    <p:bg>
      <p:bgPr>
        <a:solidFill>
          <a:schemeClr val="accent1"/>
        </a:soli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8531EDC-6E9D-171F-68E1-2D8DBFCDB40E}"/>
              </a:ext>
            </a:extLst>
          </p:cNvPr>
          <p:cNvSpPr>
            <a:spLocks noGrp="1"/>
          </p:cNvSpPr>
          <p:nvPr>
            <p:ph type="pic" idx="13"/>
          </p:nvPr>
        </p:nvSpPr>
        <p:spPr>
          <a:xfrm>
            <a:off x="1354138" y="2852936"/>
            <a:ext cx="10837862" cy="4005064"/>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2303463" y="409575"/>
            <a:ext cx="7084422" cy="1974670"/>
          </a:xfrm>
          <a:prstGeom prst="rect">
            <a:avLst/>
          </a:prstGeom>
        </p:spPr>
        <p:txBody>
          <a:bodyPr anchor="t"/>
          <a:lstStyle>
            <a:lvl1pPr algn="l">
              <a:lnSpc>
                <a:spcPct val="100000"/>
              </a:lnSpc>
              <a:defRPr sz="4200">
                <a:solidFill>
                  <a:srgbClr val="FAFAFA"/>
                </a:solidFill>
              </a:defRPr>
            </a:lvl1pPr>
          </a:lstStyle>
          <a:p>
            <a:r>
              <a:rPr lang="en-GB" dirty="0"/>
              <a:t>Main Headline style slide UCL Sans </a:t>
            </a:r>
            <a:r>
              <a:rPr lang="en-GB" dirty="0" err="1"/>
              <a:t>SemiBold</a:t>
            </a:r>
            <a:r>
              <a:rPr lang="en-GB" dirty="0"/>
              <a:t> 42pt </a:t>
            </a:r>
            <a:br>
              <a:rPr lang="en-GB" dirty="0"/>
            </a:br>
            <a:r>
              <a:rPr lang="en-GB" dirty="0"/>
              <a:t>2-3 lines max</a:t>
            </a:r>
            <a:endParaRPr lang="en-US" dirty="0"/>
          </a:p>
        </p:txBody>
      </p:sp>
      <p:sp>
        <p:nvSpPr>
          <p:cNvPr id="4" name="Rectangle 3">
            <a:extLst>
              <a:ext uri="{FF2B5EF4-FFF2-40B4-BE49-F238E27FC236}">
                <a16:creationId xmlns:a16="http://schemas.microsoft.com/office/drawing/2014/main" id="{7903D562-9BC1-5B2A-B39F-74DAD6DF10C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135413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UCL logo, University College London">
            <a:extLst>
              <a:ext uri="{FF2B5EF4-FFF2-40B4-BE49-F238E27FC236}">
                <a16:creationId xmlns:a16="http://schemas.microsoft.com/office/drawing/2014/main" id="{D18708AF-A3A2-2F68-E544-B6827803E2D8}"/>
              </a:ext>
            </a:extLst>
          </p:cNvPr>
          <p:cNvPicPr>
            <a:picLocks noGrp="1" noRot="1" noMove="1" noResize="1" noEditPoints="1" noAdjustHandles="1" noChangeArrowheads="1" noChangeShapeType="1" noCrop="1"/>
          </p:cNvPicPr>
          <p:nvPr/>
        </p:nvPicPr>
        <p:blipFill>
          <a:blip r:embed="rId2"/>
          <a:stretch>
            <a:fillRect/>
          </a:stretch>
        </p:blipFill>
        <p:spPr>
          <a:xfrm>
            <a:off x="8937625" y="5653541"/>
            <a:ext cx="2843213" cy="798059"/>
          </a:xfrm>
          <a:prstGeom prst="rect">
            <a:avLst/>
          </a:prstGeom>
        </p:spPr>
      </p:pic>
    </p:spTree>
    <p:extLst>
      <p:ext uri="{BB962C8B-B14F-4D97-AF65-F5344CB8AC3E}">
        <p14:creationId xmlns:p14="http://schemas.microsoft.com/office/powerpoint/2010/main" val="389271160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Simple_Divider2 – 1 column title, subheading,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 uri="{C183D7F6-B498-43B3-948B-1728B52AA6E4}">
                <adec:decorative xmlns:adec="http://schemas.microsoft.com/office/drawing/2017/decorative" val="0"/>
              </a:ext>
            </a:extLst>
          </p:cNvPr>
          <p:cNvSpPr>
            <a:spLocks noGrp="1"/>
          </p:cNvSpPr>
          <p:nvPr>
            <p:ph type="ctrTitle" hasCustomPrompt="1"/>
          </p:nvPr>
        </p:nvSpPr>
        <p:spPr>
          <a:xfrm>
            <a:off x="5735960" y="409575"/>
            <a:ext cx="3757703" cy="1830294"/>
          </a:xfrm>
          <a:prstGeom prst="rect">
            <a:avLst/>
          </a:prstGeom>
        </p:spPr>
        <p:txBody>
          <a:bodyPr anchor="t"/>
          <a:lstStyle>
            <a:lvl1pPr algn="l">
              <a:lnSpc>
                <a:spcPct val="100000"/>
              </a:lnSpc>
              <a:defRPr sz="3600">
                <a:solidFill>
                  <a:srgbClr val="FAFAFA"/>
                </a:solidFill>
              </a:defRPr>
            </a:lvl1pPr>
          </a:lstStyle>
          <a:p>
            <a:r>
              <a:rPr lang="en-GB" dirty="0"/>
              <a:t>Divider section Title 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5735960" y="2422525"/>
            <a:ext cx="3757703"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Subheading, UCL Sans Regular 24pt</a:t>
            </a:r>
          </a:p>
        </p:txBody>
      </p:sp>
      <p:sp>
        <p:nvSpPr>
          <p:cNvPr id="8" name="Text Placeholder 2">
            <a:extLst>
              <a:ext uri="{FF2B5EF4-FFF2-40B4-BE49-F238E27FC236}">
                <a16:creationId xmlns:a16="http://schemas.microsoft.com/office/drawing/2014/main" id="{E595666D-8684-C6D9-B7E0-40470F82CBD5}"/>
              </a:ext>
            </a:extLst>
          </p:cNvPr>
          <p:cNvSpPr>
            <a:spLocks noGrp="1"/>
          </p:cNvSpPr>
          <p:nvPr>
            <p:ph type="body" idx="11" hasCustomPrompt="1"/>
          </p:nvPr>
        </p:nvSpPr>
        <p:spPr>
          <a:xfrm>
            <a:off x="5735960" y="4510352"/>
            <a:ext cx="3757703" cy="93477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pic" idx="10"/>
          </p:nvPr>
        </p:nvSpPr>
        <p:spPr>
          <a:xfrm>
            <a:off x="0" y="20073"/>
            <a:ext cx="4738687" cy="6858000"/>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pic>
        <p:nvPicPr>
          <p:cNvPr id="3" name="Picture 2">
            <a:extLst>
              <a:ext uri="{FF2B5EF4-FFF2-40B4-BE49-F238E27FC236}">
                <a16:creationId xmlns:a16="http://schemas.microsoft.com/office/drawing/2014/main" id="{1E18122F-70D4-67D5-8E4D-F01945D7B59B}"/>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47588535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imple_Divider1 – 1 column title, subheading, tex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 uri="{C183D7F6-B498-43B3-948B-1728B52AA6E4}">
                <adec:decorative xmlns:adec="http://schemas.microsoft.com/office/drawing/2017/decorative" val="0"/>
              </a:ext>
            </a:extLst>
          </p:cNvPr>
          <p:cNvSpPr>
            <a:spLocks noGrp="1"/>
          </p:cNvSpPr>
          <p:nvPr>
            <p:ph type="ctrTitle" hasCustomPrompt="1"/>
          </p:nvPr>
        </p:nvSpPr>
        <p:spPr>
          <a:xfrm>
            <a:off x="409575" y="409575"/>
            <a:ext cx="3757703" cy="1830294"/>
          </a:xfrm>
          <a:prstGeom prst="rect">
            <a:avLst/>
          </a:prstGeom>
        </p:spPr>
        <p:txBody>
          <a:bodyPr anchor="t"/>
          <a:lstStyle>
            <a:lvl1pPr algn="l">
              <a:lnSpc>
                <a:spcPct val="100000"/>
              </a:lnSpc>
              <a:defRPr sz="3600">
                <a:solidFill>
                  <a:srgbClr val="FAFAFA"/>
                </a:solidFill>
              </a:defRPr>
            </a:lvl1pPr>
          </a:lstStyle>
          <a:p>
            <a:r>
              <a:rPr lang="en-GB" dirty="0"/>
              <a:t>Divider section Title UCL Sans </a:t>
            </a:r>
            <a:r>
              <a:rPr lang="en-GB" dirty="0" err="1"/>
              <a:t>SemiBold</a:t>
            </a:r>
            <a:r>
              <a:rPr lang="en-GB" dirty="0"/>
              <a:t> 36pt</a:t>
            </a:r>
            <a:endParaRPr lang="en-US" dirty="0"/>
          </a:p>
        </p:txBody>
      </p:sp>
      <p:sp>
        <p:nvSpPr>
          <p:cNvPr id="7" name="Text Placeholder 2">
            <a:extLst>
              <a:ext uri="{FF2B5EF4-FFF2-40B4-BE49-F238E27FC236}">
                <a16:creationId xmlns:a16="http://schemas.microsoft.com/office/drawing/2014/main" id="{75E8DED6-3359-C8D7-EDF1-14AE135495B0}"/>
              </a:ext>
            </a:extLst>
          </p:cNvPr>
          <p:cNvSpPr>
            <a:spLocks noGrp="1"/>
          </p:cNvSpPr>
          <p:nvPr>
            <p:ph type="body" idx="1" hasCustomPrompt="1"/>
          </p:nvPr>
        </p:nvSpPr>
        <p:spPr>
          <a:xfrm>
            <a:off x="409575" y="2422525"/>
            <a:ext cx="3757703" cy="1006475"/>
          </a:xfrm>
          <a:prstGeom prst="rect">
            <a:avLst/>
          </a:prstGeom>
        </p:spPr>
        <p:txBody>
          <a:bodyPr lIns="0" tIns="0" rIns="0" bIns="0"/>
          <a:lstStyle>
            <a:lvl1pPr marL="0" indent="0">
              <a:lnSpc>
                <a:spcPct val="100000"/>
              </a:lnSpc>
              <a:spcBef>
                <a:spcPts val="0"/>
              </a:spcBef>
              <a:buNone/>
              <a:defRPr sz="2400" b="0" i="0">
                <a:solidFill>
                  <a:schemeClr val="accent3"/>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Subheading, UCL Sans Regular 24pt</a:t>
            </a:r>
          </a:p>
        </p:txBody>
      </p:sp>
      <p:sp>
        <p:nvSpPr>
          <p:cNvPr id="8" name="Text Placeholder 2">
            <a:extLst>
              <a:ext uri="{FF2B5EF4-FFF2-40B4-BE49-F238E27FC236}">
                <a16:creationId xmlns:a16="http://schemas.microsoft.com/office/drawing/2014/main" id="{E595666D-8684-C6D9-B7E0-40470F82CBD5}"/>
              </a:ext>
            </a:extLst>
          </p:cNvPr>
          <p:cNvSpPr>
            <a:spLocks noGrp="1"/>
          </p:cNvSpPr>
          <p:nvPr>
            <p:ph type="body" idx="11" hasCustomPrompt="1"/>
          </p:nvPr>
        </p:nvSpPr>
        <p:spPr>
          <a:xfrm>
            <a:off x="409575" y="4510352"/>
            <a:ext cx="3757703" cy="934774"/>
          </a:xfrm>
          <a:prstGeom prst="rect">
            <a:avLst/>
          </a:prstGeom>
        </p:spPr>
        <p:txBody>
          <a:bodyPr lIns="0" tIns="0" rIns="0" bIns="0"/>
          <a:lstStyle>
            <a:lvl1pPr marL="0" indent="0">
              <a:lnSpc>
                <a:spcPct val="100000"/>
              </a:lnSpc>
              <a:spcBef>
                <a:spcPts val="0"/>
              </a:spcBef>
              <a:buNone/>
              <a:defRPr sz="1800" b="0" i="0">
                <a:solidFill>
                  <a:schemeClr val="bg1"/>
                </a:solidFill>
                <a:latin typeface="UCL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Body text, UCL Sans Regular 18pt</a:t>
            </a:r>
          </a:p>
        </p:txBody>
      </p:sp>
      <p:sp>
        <p:nvSpPr>
          <p:cNvPr id="6" name="Picture Placeholder 2" descr="Add a clear, concise statement describing the main purpose of the image">
            <a:extLst>
              <a:ext uri="{FF2B5EF4-FFF2-40B4-BE49-F238E27FC236}">
                <a16:creationId xmlns:a16="http://schemas.microsoft.com/office/drawing/2014/main" id="{82876633-1ADE-997E-991B-B6FA6635A20E}"/>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pic" idx="10"/>
          </p:nvPr>
        </p:nvSpPr>
        <p:spPr>
          <a:xfrm>
            <a:off x="5145088" y="20073"/>
            <a:ext cx="4738687" cy="6858000"/>
          </a:xfrm>
          <a:prstGeom prst="rect">
            <a:avLst/>
          </a:prstGeo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pic>
        <p:nvPicPr>
          <p:cNvPr id="3" name="Picture 2">
            <a:extLst>
              <a:ext uri="{FF2B5EF4-FFF2-40B4-BE49-F238E27FC236}">
                <a16:creationId xmlns:a16="http://schemas.microsoft.com/office/drawing/2014/main" id="{C3458C44-E5EC-6C0F-07EE-14F8EFD85190}"/>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30344484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imple_Content – 1 column title an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31819" y="409575"/>
            <a:ext cx="7550693" cy="1009650"/>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440783" y="1916825"/>
            <a:ext cx="7550692" cy="3528300"/>
          </a:xfrm>
          <a:prstGeom prst="rect">
            <a:avLst/>
          </a:prstGeom>
        </p:spPr>
        <p:txBody>
          <a:bodyPr/>
          <a:lstStyle>
            <a:lvl1pPr marL="0">
              <a:lnSpc>
                <a:spcPct val="100000"/>
              </a:lnSpc>
              <a:buFont typeface="Wingdings" pitchFamily="2" charset="2"/>
              <a:buNone/>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UCL Sans Regular 18pt</a:t>
            </a:r>
            <a:endParaRPr lang="en-US" dirty="0"/>
          </a:p>
        </p:txBody>
      </p:sp>
      <p:pic>
        <p:nvPicPr>
          <p:cNvPr id="7" name="Picture 6">
            <a:extLst>
              <a:ext uri="{FF2B5EF4-FFF2-40B4-BE49-F238E27FC236}">
                <a16:creationId xmlns:a16="http://schemas.microsoft.com/office/drawing/2014/main" id="{0D96BD17-ACBE-B136-C0C2-347FD6061AF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1421024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tent – full page image full colour logo">
    <p:spTree>
      <p:nvGrpSpPr>
        <p:cNvPr id="1" name=""/>
        <p:cNvGrpSpPr/>
        <p:nvPr/>
      </p:nvGrpSpPr>
      <p:grpSpPr>
        <a:xfrm>
          <a:off x="0" y="0"/>
          <a:ext cx="0" cy="0"/>
          <a:chOff x="0" y="0"/>
          <a:chExt cx="0" cy="0"/>
        </a:xfrm>
      </p:grpSpPr>
      <p:sp>
        <p:nvSpPr>
          <p:cNvPr id="2" name="Picture Placeholder 6" descr="Add a clear, concise statement describing the main purpose of the image">
            <a:extLst>
              <a:ext uri="{FF2B5EF4-FFF2-40B4-BE49-F238E27FC236}">
                <a16:creationId xmlns:a16="http://schemas.microsoft.com/office/drawing/2014/main" id="{ECFBA17C-2B5D-255B-BB8F-D30D74D054C3}"/>
              </a:ext>
            </a:extLst>
          </p:cNvPr>
          <p:cNvSpPr>
            <a:spLocks noGrp="1" noRot="1" noMove="1" noResize="1" noEditPoints="1" noAdjustHandles="1" noChangeArrowheads="1" noChangeShapeType="1"/>
          </p:cNvSpPr>
          <p:nvPr>
            <p:ph type="pic" sz="quarter" idx="13"/>
          </p:nvPr>
        </p:nvSpPr>
        <p:spPr>
          <a:xfrm>
            <a:off x="0" y="0"/>
            <a:ext cx="12192000" cy="6858000"/>
          </a:xfrm>
          <a:prstGeom prst="rect">
            <a:avLst/>
          </a:prstGeom>
        </p:spPr>
        <p:txBody>
          <a:bodyPr/>
          <a:lstStyle/>
          <a:p>
            <a:r>
              <a:rPr lang="en-US"/>
              <a:t>Click icon to add picture</a:t>
            </a:r>
          </a:p>
        </p:txBody>
      </p:sp>
      <p:pic>
        <p:nvPicPr>
          <p:cNvPr id="5" name="Picture 4">
            <a:extLst>
              <a:ext uri="{FF2B5EF4-FFF2-40B4-BE49-F238E27FC236}">
                <a16:creationId xmlns:a16="http://schemas.microsoft.com/office/drawing/2014/main" id="{644561CB-C28E-2B9A-0BF9-49CA398334E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181620573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imple_Content – 2 column title and subheading an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18745" y="409575"/>
            <a:ext cx="7572730" cy="1009650"/>
          </a:xfrm>
          <a:prstGeom prst="rect">
            <a:avLst/>
          </a:prstGeom>
        </p:spPr>
        <p:txBody>
          <a:bodyPr anchor="t"/>
          <a:lstStyle>
            <a:lvl1pPr algn="l">
              <a:lnSpc>
                <a:spcPct val="100000"/>
              </a:lnSpc>
              <a:defRPr sz="3600">
                <a:solidFill>
                  <a:schemeClr val="accent1"/>
                </a:solidFill>
              </a:defRPr>
            </a:lvl1pPr>
          </a:lstStyle>
          <a:p>
            <a:pPr lvl="0"/>
            <a:r>
              <a:rPr lang="en-GB" dirty="0"/>
              <a:t>Headline UCL Sans </a:t>
            </a:r>
            <a:r>
              <a:rPr lang="en-GB" dirty="0" err="1"/>
              <a:t>SemiBold</a:t>
            </a:r>
            <a:r>
              <a:rPr lang="en-GB" dirty="0"/>
              <a:t> 36pt</a:t>
            </a:r>
          </a:p>
        </p:txBody>
      </p:sp>
      <p:sp>
        <p:nvSpPr>
          <p:cNvPr id="4" name="Text Placeholder 7">
            <a:extLst>
              <a:ext uri="{FF2B5EF4-FFF2-40B4-BE49-F238E27FC236}">
                <a16:creationId xmlns:a16="http://schemas.microsoft.com/office/drawing/2014/main" id="{C5D11EE6-C4E2-EE93-39A9-79D248FDD196}"/>
              </a:ext>
            </a:extLst>
          </p:cNvPr>
          <p:cNvSpPr>
            <a:spLocks noGrp="1"/>
          </p:cNvSpPr>
          <p:nvPr>
            <p:ph type="body" sz="quarter" idx="11" hasCustomPrompt="1"/>
          </p:nvPr>
        </p:nvSpPr>
        <p:spPr>
          <a:xfrm>
            <a:off x="427709" y="1916825"/>
            <a:ext cx="3321240" cy="3528300"/>
          </a:xfrm>
          <a:prstGeom prst="rect">
            <a:avLst/>
          </a:prstGeom>
        </p:spPr>
        <p:txBody>
          <a:bodyPr/>
          <a:lstStyle>
            <a:lvl1pPr marL="0" indent="0">
              <a:lnSpc>
                <a:spcPct val="100000"/>
              </a:lnSpc>
              <a:spcBef>
                <a:spcPts val="0"/>
              </a:spcBef>
              <a:buFont typeface="Wingdings" pitchFamily="2" charset="2"/>
              <a:buNone/>
              <a:defRPr sz="2400">
                <a:solidFill>
                  <a:schemeClr val="accent1"/>
                </a:solidFill>
              </a:defRPr>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Subheading text style, UCL Sans regular 24pt</a:t>
            </a:r>
          </a:p>
        </p:txBody>
      </p:sp>
      <p:sp>
        <p:nvSpPr>
          <p:cNvPr id="7" name="Text Placeholder 7">
            <a:extLst>
              <a:ext uri="{FF2B5EF4-FFF2-40B4-BE49-F238E27FC236}">
                <a16:creationId xmlns:a16="http://schemas.microsoft.com/office/drawing/2014/main" id="{55335586-933A-6F8D-CF5B-B9D033AD83A3}"/>
              </a:ext>
            </a:extLst>
          </p:cNvPr>
          <p:cNvSpPr>
            <a:spLocks noGrp="1"/>
          </p:cNvSpPr>
          <p:nvPr>
            <p:ph type="body" sz="quarter" idx="12" hasCustomPrompt="1"/>
          </p:nvPr>
        </p:nvSpPr>
        <p:spPr>
          <a:xfrm>
            <a:off x="4670235" y="1916825"/>
            <a:ext cx="3321240" cy="3528300"/>
          </a:xfrm>
          <a:prstGeom prst="rect">
            <a:avLst/>
          </a:prstGeom>
        </p:spPr>
        <p:txBody>
          <a:bodyPr/>
          <a:lstStyle>
            <a:lvl1pPr marL="0" indent="0">
              <a:lnSpc>
                <a:spcPct val="100000"/>
              </a:lnSpc>
              <a:spcBef>
                <a:spcPts val="0"/>
              </a:spcBef>
              <a:buFont typeface="Wingdings" pitchFamily="2" charset="2"/>
              <a:buNone/>
              <a:defRPr sz="1800">
                <a:solidFill>
                  <a:schemeClr val="tx1"/>
                </a:solidFill>
              </a:defRPr>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Body text, </a:t>
            </a:r>
          </a:p>
          <a:p>
            <a:pPr lvl="0"/>
            <a:r>
              <a:rPr lang="en-GB" dirty="0"/>
              <a:t>UCL Sans Regular 18pt</a:t>
            </a:r>
            <a:endParaRPr lang="en-US" dirty="0"/>
          </a:p>
        </p:txBody>
      </p:sp>
      <p:pic>
        <p:nvPicPr>
          <p:cNvPr id="8" name="Picture 7">
            <a:extLst>
              <a:ext uri="{FF2B5EF4-FFF2-40B4-BE49-F238E27FC236}">
                <a16:creationId xmlns:a16="http://schemas.microsoft.com/office/drawing/2014/main" id="{8E0A8775-7F4C-B3DF-556A-43E4628D9E6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33540630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Simple_Content – 1 column title subheading, charts, images, graph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409576" y="409575"/>
            <a:ext cx="7583834" cy="1009650"/>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9" name="Content Placeholder">
            <a:extLst>
              <a:ext uri="{FF2B5EF4-FFF2-40B4-BE49-F238E27FC236}">
                <a16:creationId xmlns:a16="http://schemas.microsoft.com/office/drawing/2014/main" id="{56CD648F-431D-5F73-408C-9A9A725008CE}"/>
              </a:ext>
            </a:extLst>
          </p:cNvPr>
          <p:cNvSpPr>
            <a:spLocks noGrp="1"/>
          </p:cNvSpPr>
          <p:nvPr>
            <p:ph idx="1" hasCustomPrompt="1"/>
          </p:nvPr>
        </p:nvSpPr>
        <p:spPr>
          <a:xfrm>
            <a:off x="418539" y="1916826"/>
            <a:ext cx="7572936" cy="3758834"/>
          </a:xfrm>
          <a:prstGeom prst="rect">
            <a:avLst/>
          </a:prstGeom>
        </p:spPr>
        <p:txBody>
          <a:bodyPr/>
          <a:lstStyle>
            <a:lvl1pPr>
              <a:buNone/>
              <a:defRPr sz="1800"/>
            </a:lvl1pPr>
          </a:lstStyle>
          <a:p>
            <a:pPr lvl="0"/>
            <a:r>
              <a:rPr lang="en-GB" dirty="0"/>
              <a:t>Space for graphs, images, charts, videos</a:t>
            </a:r>
          </a:p>
        </p:txBody>
      </p:sp>
      <p:pic>
        <p:nvPicPr>
          <p:cNvPr id="7" name="Picture 6">
            <a:extLst>
              <a:ext uri="{FF2B5EF4-FFF2-40B4-BE49-F238E27FC236}">
                <a16:creationId xmlns:a16="http://schemas.microsoft.com/office/drawing/2014/main" id="{86D0927E-B17D-5AAB-7B62-A7F6E96D744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345206799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imple_Content – 3 column title and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5F1D-3A29-463C-D7AF-7132F92B56CD}"/>
              </a:ext>
            </a:extLst>
          </p:cNvPr>
          <p:cNvSpPr>
            <a:spLocks noGrp="1"/>
          </p:cNvSpPr>
          <p:nvPr>
            <p:ph type="ctrTitle" hasCustomPrompt="1"/>
          </p:nvPr>
        </p:nvSpPr>
        <p:spPr>
          <a:xfrm>
            <a:off x="398531" y="409575"/>
            <a:ext cx="3797231" cy="1830294"/>
          </a:xfrm>
          <a:prstGeom prst="rect">
            <a:avLst/>
          </a:prstGeom>
        </p:spPr>
        <p:txBody>
          <a:bodyPr anchor="t"/>
          <a:lstStyle>
            <a:lvl1pPr algn="l">
              <a:lnSpc>
                <a:spcPct val="100000"/>
              </a:lnSpc>
              <a:defRPr sz="3600">
                <a:solidFill>
                  <a:schemeClr val="accent1"/>
                </a:solidFill>
              </a:defRPr>
            </a:lvl1pPr>
          </a:lstStyle>
          <a:p>
            <a:pPr lvl="0"/>
            <a:r>
              <a:rPr lang="en-GB" dirty="0"/>
              <a:t>Headline </a:t>
            </a:r>
            <a:br>
              <a:rPr lang="en-GB" dirty="0"/>
            </a:br>
            <a:r>
              <a:rPr lang="en-GB" dirty="0"/>
              <a:t>UCL Sans </a:t>
            </a:r>
            <a:r>
              <a:rPr lang="en-GB" dirty="0" err="1"/>
              <a:t>SemiBold</a:t>
            </a:r>
            <a:r>
              <a:rPr lang="en-GB" dirty="0"/>
              <a:t> 36pt</a:t>
            </a:r>
          </a:p>
        </p:txBody>
      </p:sp>
      <p:sp>
        <p:nvSpPr>
          <p:cNvPr id="8" name="Text Placeholder 7">
            <a:extLst>
              <a:ext uri="{FF2B5EF4-FFF2-40B4-BE49-F238E27FC236}">
                <a16:creationId xmlns:a16="http://schemas.microsoft.com/office/drawing/2014/main" id="{CDC1F16C-DBBC-93A6-C7EF-DE12462C35FD}"/>
              </a:ext>
            </a:extLst>
          </p:cNvPr>
          <p:cNvSpPr>
            <a:spLocks noGrp="1"/>
          </p:cNvSpPr>
          <p:nvPr>
            <p:ph type="body" sz="quarter" idx="11" hasCustomPrompt="1"/>
          </p:nvPr>
        </p:nvSpPr>
        <p:spPr>
          <a:xfrm>
            <a:off x="5156981" y="409575"/>
            <a:ext cx="2840039" cy="1291233"/>
          </a:xfrm>
          <a:prstGeom prst="rect">
            <a:avLst/>
          </a:prstGeom>
        </p:spPr>
        <p:txBody>
          <a:bodyPr/>
          <a:lstStyle>
            <a:lvl1pPr>
              <a:buFont typeface="Wingdings" pitchFamily="2" charset="2"/>
              <a:buChar char="§"/>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Bullet text, </a:t>
            </a:r>
          </a:p>
          <a:p>
            <a:pPr lvl="0"/>
            <a:r>
              <a:rPr lang="en-GB" dirty="0"/>
              <a:t>UCL Sans Regular 18pt</a:t>
            </a:r>
            <a:endParaRPr lang="en-US" dirty="0"/>
          </a:p>
        </p:txBody>
      </p:sp>
      <p:sp>
        <p:nvSpPr>
          <p:cNvPr id="9" name="Text Placeholder 7">
            <a:extLst>
              <a:ext uri="{FF2B5EF4-FFF2-40B4-BE49-F238E27FC236}">
                <a16:creationId xmlns:a16="http://schemas.microsoft.com/office/drawing/2014/main" id="{9A92D522-EA5D-B98E-DDA4-80FEB73128FF}"/>
              </a:ext>
            </a:extLst>
          </p:cNvPr>
          <p:cNvSpPr>
            <a:spLocks noGrp="1"/>
          </p:cNvSpPr>
          <p:nvPr>
            <p:ph type="body" sz="quarter" idx="12" hasCustomPrompt="1"/>
          </p:nvPr>
        </p:nvSpPr>
        <p:spPr>
          <a:xfrm>
            <a:off x="8937625" y="409575"/>
            <a:ext cx="2840039" cy="1291233"/>
          </a:xfrm>
          <a:prstGeom prst="rect">
            <a:avLst/>
          </a:prstGeom>
        </p:spPr>
        <p:txBody>
          <a:bodyPr/>
          <a:lstStyle>
            <a:lvl1pPr>
              <a:buFont typeface="Wingdings" pitchFamily="2" charset="2"/>
              <a:buChar char="§"/>
              <a:defRPr sz="1800"/>
            </a:lvl1pPr>
            <a:lvl2pPr>
              <a:buFont typeface="Wingdings" pitchFamily="2" charset="2"/>
              <a:buChar char="§"/>
              <a:defRPr sz="1800"/>
            </a:lvl2pPr>
            <a:lvl3pPr>
              <a:buFont typeface="Wingdings" pitchFamily="2" charset="2"/>
              <a:buChar char="§"/>
              <a:defRPr sz="1800"/>
            </a:lvl3pPr>
            <a:lvl4pPr>
              <a:buFont typeface="Wingdings" pitchFamily="2" charset="2"/>
              <a:buChar char="§"/>
              <a:defRPr sz="1800"/>
            </a:lvl4pPr>
            <a:lvl5pPr>
              <a:buFont typeface="Wingdings" pitchFamily="2" charset="2"/>
              <a:buChar char="§"/>
              <a:defRPr sz="1800"/>
            </a:lvl5pPr>
          </a:lstStyle>
          <a:p>
            <a:pPr lvl="0"/>
            <a:r>
              <a:rPr lang="en-GB" dirty="0"/>
              <a:t>Bullet text, </a:t>
            </a:r>
          </a:p>
          <a:p>
            <a:pPr lvl="0"/>
            <a:r>
              <a:rPr lang="en-GB" dirty="0"/>
              <a:t>UCL Sans Regular 18pt</a:t>
            </a:r>
            <a:endParaRPr lang="en-US" dirty="0"/>
          </a:p>
        </p:txBody>
      </p:sp>
      <p:pic>
        <p:nvPicPr>
          <p:cNvPr id="6" name="Picture 5">
            <a:extLst>
              <a:ext uri="{FF2B5EF4-FFF2-40B4-BE49-F238E27FC236}">
                <a16:creationId xmlns:a16="http://schemas.microsoft.com/office/drawing/2014/main" id="{ECBB61E5-C9D8-A05D-C8A2-706AEF9A96C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10364572" y="6060701"/>
            <a:ext cx="1421688" cy="399052"/>
          </a:xfrm>
          <a:prstGeom prst="rect">
            <a:avLst/>
          </a:prstGeom>
        </p:spPr>
      </p:pic>
    </p:spTree>
    <p:extLst>
      <p:ext uri="{BB962C8B-B14F-4D97-AF65-F5344CB8AC3E}">
        <p14:creationId xmlns:p14="http://schemas.microsoft.com/office/powerpoint/2010/main" val="211079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3" Type="http://schemas.openxmlformats.org/officeDocument/2006/relationships/slideLayout" Target="../slideLayouts/slideLayout28.xml"/><Relationship Id="rId21" Type="http://schemas.openxmlformats.org/officeDocument/2006/relationships/slideLayout" Target="../slideLayouts/slideLayout46.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theme" Target="../theme/theme3.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BDE158-E1C9-B1AC-ECDC-73BA00A9F65D}"/>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 name="Text Placeholder 2">
            <a:extLst>
              <a:ext uri="{FF2B5EF4-FFF2-40B4-BE49-F238E27FC236}">
                <a16:creationId xmlns:a16="http://schemas.microsoft.com/office/drawing/2014/main" id="{BD52742C-E3D3-975E-E4B8-7BDB2954BB99}"/>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Tree>
    <p:extLst>
      <p:ext uri="{BB962C8B-B14F-4D97-AF65-F5344CB8AC3E}">
        <p14:creationId xmlns:p14="http://schemas.microsoft.com/office/powerpoint/2010/main" val="18083676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3" r:id="rId19"/>
    <p:sldLayoutId id="2147483694" r:id="rId20"/>
    <p:sldLayoutId id="2147483695" r:id="rId21"/>
    <p:sldLayoutId id="2147483696" r:id="rId22"/>
    <p:sldLayoutId id="2147483697" r:id="rId23"/>
    <p:sldLayoutId id="2147483698" r:id="rId24"/>
    <p:sldLayoutId id="2147483699" r:id="rId25"/>
  </p:sldLayoutIdLst>
  <p:txStyles>
    <p:titleStyle>
      <a:lvl1pPr algn="l" defTabSz="914400" rtl="0" eaLnBrk="1" latinLnBrk="0" hangingPunct="1">
        <a:lnSpc>
          <a:spcPct val="90000"/>
        </a:lnSpc>
        <a:spcBef>
          <a:spcPct val="0"/>
        </a:spcBef>
        <a:buNone/>
        <a:defRPr sz="4000" b="0" i="0" kern="1200">
          <a:solidFill>
            <a:schemeClr val="tx1"/>
          </a:solidFill>
          <a:latin typeface="UCL Sans SemiBold" pitchFamily="2" charset="77"/>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800" kern="1200">
          <a:solidFill>
            <a:schemeClr val="tx1"/>
          </a:solidFill>
          <a:latin typeface="UCL Sans" pitchFamily="2"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2400" kern="1200">
          <a:solidFill>
            <a:schemeClr val="tx1"/>
          </a:solidFill>
          <a:latin typeface="UCL Sans" pitchFamily="2"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000" kern="1200">
          <a:solidFill>
            <a:schemeClr val="tx1"/>
          </a:solidFill>
          <a:latin typeface="UCL Sans" pitchFamily="2"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800" kern="1200">
          <a:solidFill>
            <a:schemeClr val="tx1"/>
          </a:solidFill>
          <a:latin typeface="UCL Sans" pitchFamily="2"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800" kern="1200">
          <a:solidFill>
            <a:schemeClr val="tx1"/>
          </a:solidFill>
          <a:latin typeface="UCL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
          <p15:clr>
            <a:srgbClr val="F26B43"/>
          </p15:clr>
        </p15:guide>
        <p15:guide id="2" pos="258">
          <p15:clr>
            <a:srgbClr val="F26B43"/>
          </p15:clr>
        </p15:guide>
        <p15:guide id="3" orient="horz" pos="4064">
          <p15:clr>
            <a:srgbClr val="F26B43"/>
          </p15:clr>
        </p15:guide>
        <p15:guide id="4" pos="853">
          <p15:clr>
            <a:srgbClr val="F26B43"/>
          </p15:clr>
        </p15:guide>
        <p15:guide id="5" pos="1451">
          <p15:clr>
            <a:srgbClr val="F26B43"/>
          </p15:clr>
        </p15:guide>
        <p15:guide id="6" pos="2048">
          <p15:clr>
            <a:srgbClr val="F26B43"/>
          </p15:clr>
        </p15:guide>
        <p15:guide id="7" pos="2643">
          <p15:clr>
            <a:srgbClr val="F26B43"/>
          </p15:clr>
        </p15:guide>
        <p15:guide id="8" pos="3840">
          <p15:clr>
            <a:srgbClr val="F26B43"/>
          </p15:clr>
        </p15:guide>
        <p15:guide id="9" pos="3241">
          <p15:clr>
            <a:srgbClr val="F26B43"/>
          </p15:clr>
        </p15:guide>
        <p15:guide id="10" pos="4436">
          <p15:clr>
            <a:srgbClr val="F26B43"/>
          </p15:clr>
        </p15:guide>
        <p15:guide id="11" pos="5034">
          <p15:clr>
            <a:srgbClr val="F26B43"/>
          </p15:clr>
        </p15:guide>
        <p15:guide id="12" pos="5630">
          <p15:clr>
            <a:srgbClr val="F26B43"/>
          </p15:clr>
        </p15:guide>
        <p15:guide id="13" pos="6226">
          <p15:clr>
            <a:srgbClr val="F26B43"/>
          </p15:clr>
        </p15:guide>
        <p15:guide id="14" pos="6824">
          <p15:clr>
            <a:srgbClr val="F26B43"/>
          </p15:clr>
        </p15:guide>
        <p15:guide id="15" pos="7421">
          <p15:clr>
            <a:srgbClr val="F26B43"/>
          </p15:clr>
        </p15:guide>
        <p15:guide id="16" orient="horz" pos="3430">
          <p15:clr>
            <a:srgbClr val="F26B43"/>
          </p15:clr>
        </p15:guide>
        <p15:guide id="17" orient="horz" pos="2796">
          <p15:clr>
            <a:srgbClr val="F26B43"/>
          </p15:clr>
        </p15:guide>
        <p15:guide id="18" orient="horz" pos="894">
          <p15:clr>
            <a:srgbClr val="F26B43"/>
          </p15:clr>
        </p15:guide>
        <p15:guide id="19" orient="horz" pos="1526">
          <p15:clr>
            <a:srgbClr val="F26B43"/>
          </p15:clr>
        </p15:guide>
        <p15:guide id="20"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4B97B0-6D67-3762-FAC1-F9C15B608960}"/>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 name="Text Placeholder 2">
            <a:extLst>
              <a:ext uri="{FF2B5EF4-FFF2-40B4-BE49-F238E27FC236}">
                <a16:creationId xmlns:a16="http://schemas.microsoft.com/office/drawing/2014/main" id="{5E18E98D-5DC5-F844-0B8F-29580141F4D9}"/>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Tree>
    <p:extLst>
      <p:ext uri="{BB962C8B-B14F-4D97-AF65-F5344CB8AC3E}">
        <p14:creationId xmlns:p14="http://schemas.microsoft.com/office/powerpoint/2010/main" val="331690382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722" r:id="rId21"/>
  </p:sldLayoutIdLst>
  <p:txStyles>
    <p:titleStyle>
      <a:lvl1pPr algn="l" defTabSz="914400" rtl="0" eaLnBrk="1" latinLnBrk="0" hangingPunct="1">
        <a:lnSpc>
          <a:spcPct val="90000"/>
        </a:lnSpc>
        <a:spcBef>
          <a:spcPct val="0"/>
        </a:spcBef>
        <a:buNone/>
        <a:defRPr sz="4000" b="0" i="0" kern="1200">
          <a:solidFill>
            <a:schemeClr val="tx1"/>
          </a:solidFill>
          <a:latin typeface="UCL Sans SemiBold" pitchFamily="2" charset="77"/>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800" kern="1200">
          <a:solidFill>
            <a:schemeClr val="tx1"/>
          </a:solidFill>
          <a:latin typeface="UCL Sans" pitchFamily="2"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2400" kern="1200">
          <a:solidFill>
            <a:schemeClr val="tx1"/>
          </a:solidFill>
          <a:latin typeface="UCL Sans" pitchFamily="2"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000" kern="1200">
          <a:solidFill>
            <a:schemeClr val="tx1"/>
          </a:solidFill>
          <a:latin typeface="UCL Sans" pitchFamily="2"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800" kern="1200">
          <a:solidFill>
            <a:schemeClr val="tx1"/>
          </a:solidFill>
          <a:latin typeface="UCL Sans" pitchFamily="2"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800" kern="1200">
          <a:solidFill>
            <a:schemeClr val="tx1"/>
          </a:solidFill>
          <a:latin typeface="UCL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
          <p15:clr>
            <a:srgbClr val="F26B43"/>
          </p15:clr>
        </p15:guide>
        <p15:guide id="2" pos="258">
          <p15:clr>
            <a:srgbClr val="F26B43"/>
          </p15:clr>
        </p15:guide>
        <p15:guide id="3" orient="horz" pos="4064">
          <p15:clr>
            <a:srgbClr val="F26B43"/>
          </p15:clr>
        </p15:guide>
        <p15:guide id="4" pos="853">
          <p15:clr>
            <a:srgbClr val="F26B43"/>
          </p15:clr>
        </p15:guide>
        <p15:guide id="5" pos="1451">
          <p15:clr>
            <a:srgbClr val="F26B43"/>
          </p15:clr>
        </p15:guide>
        <p15:guide id="6" pos="2048">
          <p15:clr>
            <a:srgbClr val="F26B43"/>
          </p15:clr>
        </p15:guide>
        <p15:guide id="7" pos="2643">
          <p15:clr>
            <a:srgbClr val="F26B43"/>
          </p15:clr>
        </p15:guide>
        <p15:guide id="8" pos="3840">
          <p15:clr>
            <a:srgbClr val="F26B43"/>
          </p15:clr>
        </p15:guide>
        <p15:guide id="9" pos="3241">
          <p15:clr>
            <a:srgbClr val="F26B43"/>
          </p15:clr>
        </p15:guide>
        <p15:guide id="10" pos="4436">
          <p15:clr>
            <a:srgbClr val="F26B43"/>
          </p15:clr>
        </p15:guide>
        <p15:guide id="11" pos="5034">
          <p15:clr>
            <a:srgbClr val="F26B43"/>
          </p15:clr>
        </p15:guide>
        <p15:guide id="12" pos="5630">
          <p15:clr>
            <a:srgbClr val="F26B43"/>
          </p15:clr>
        </p15:guide>
        <p15:guide id="13" pos="6226">
          <p15:clr>
            <a:srgbClr val="F26B43"/>
          </p15:clr>
        </p15:guide>
        <p15:guide id="14" pos="6824">
          <p15:clr>
            <a:srgbClr val="F26B43"/>
          </p15:clr>
        </p15:guide>
        <p15:guide id="15" pos="7421">
          <p15:clr>
            <a:srgbClr val="F26B43"/>
          </p15:clr>
        </p15:guide>
        <p15:guide id="16" orient="horz" pos="3430">
          <p15:clr>
            <a:srgbClr val="F26B43"/>
          </p15:clr>
        </p15:guide>
        <p15:guide id="17" orient="horz" pos="2796">
          <p15:clr>
            <a:srgbClr val="F26B43"/>
          </p15:clr>
        </p15:guide>
        <p15:guide id="18" orient="horz" pos="894">
          <p15:clr>
            <a:srgbClr val="F26B43"/>
          </p15:clr>
        </p15:guide>
        <p15:guide id="19" orient="horz" pos="1526">
          <p15:clr>
            <a:srgbClr val="F26B43"/>
          </p15:clr>
        </p15:guide>
        <p15:guide id="20"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4B97B0-6D67-3762-FAC1-F9C15B608960}"/>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 name="Text Placeholder 2">
            <a:extLst>
              <a:ext uri="{FF2B5EF4-FFF2-40B4-BE49-F238E27FC236}">
                <a16:creationId xmlns:a16="http://schemas.microsoft.com/office/drawing/2014/main" id="{5E18E98D-5DC5-F844-0B8F-29580141F4D9}"/>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Tree>
    <p:extLst>
      <p:ext uri="{BB962C8B-B14F-4D97-AF65-F5344CB8AC3E}">
        <p14:creationId xmlns:p14="http://schemas.microsoft.com/office/powerpoint/2010/main" val="2584244184"/>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 id="2147483741" r:id="rId18"/>
    <p:sldLayoutId id="2147483742" r:id="rId19"/>
  </p:sldLayoutIdLst>
  <p:txStyles>
    <p:titleStyle>
      <a:lvl1pPr algn="l" defTabSz="914400" rtl="0" eaLnBrk="1" latinLnBrk="0" hangingPunct="1">
        <a:lnSpc>
          <a:spcPct val="90000"/>
        </a:lnSpc>
        <a:spcBef>
          <a:spcPct val="0"/>
        </a:spcBef>
        <a:buNone/>
        <a:defRPr sz="4000" b="0" i="0" kern="1200">
          <a:solidFill>
            <a:schemeClr val="tx1"/>
          </a:solidFill>
          <a:latin typeface="UCL Sans SemiBold" pitchFamily="2" charset="77"/>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800" kern="1200">
          <a:solidFill>
            <a:schemeClr val="tx1"/>
          </a:solidFill>
          <a:latin typeface="UCL Sans" pitchFamily="2"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2400" kern="1200">
          <a:solidFill>
            <a:schemeClr val="tx1"/>
          </a:solidFill>
          <a:latin typeface="UCL Sans" pitchFamily="2"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000" kern="1200">
          <a:solidFill>
            <a:schemeClr val="tx1"/>
          </a:solidFill>
          <a:latin typeface="UCL Sans" pitchFamily="2"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800" kern="1200">
          <a:solidFill>
            <a:schemeClr val="tx1"/>
          </a:solidFill>
          <a:latin typeface="UCL Sans" pitchFamily="2"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800" kern="1200">
          <a:solidFill>
            <a:schemeClr val="tx1"/>
          </a:solidFill>
          <a:latin typeface="UCL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
          <p15:clr>
            <a:srgbClr val="F26B43"/>
          </p15:clr>
        </p15:guide>
        <p15:guide id="2" pos="258">
          <p15:clr>
            <a:srgbClr val="F26B43"/>
          </p15:clr>
        </p15:guide>
        <p15:guide id="3" orient="horz" pos="4064">
          <p15:clr>
            <a:srgbClr val="F26B43"/>
          </p15:clr>
        </p15:guide>
        <p15:guide id="4" pos="853">
          <p15:clr>
            <a:srgbClr val="F26B43"/>
          </p15:clr>
        </p15:guide>
        <p15:guide id="5" pos="1451">
          <p15:clr>
            <a:srgbClr val="F26B43"/>
          </p15:clr>
        </p15:guide>
        <p15:guide id="6" pos="2048">
          <p15:clr>
            <a:srgbClr val="F26B43"/>
          </p15:clr>
        </p15:guide>
        <p15:guide id="7" pos="2643">
          <p15:clr>
            <a:srgbClr val="F26B43"/>
          </p15:clr>
        </p15:guide>
        <p15:guide id="8" pos="3840">
          <p15:clr>
            <a:srgbClr val="F26B43"/>
          </p15:clr>
        </p15:guide>
        <p15:guide id="9" pos="3241">
          <p15:clr>
            <a:srgbClr val="F26B43"/>
          </p15:clr>
        </p15:guide>
        <p15:guide id="10" pos="4436">
          <p15:clr>
            <a:srgbClr val="F26B43"/>
          </p15:clr>
        </p15:guide>
        <p15:guide id="11" pos="5034">
          <p15:clr>
            <a:srgbClr val="F26B43"/>
          </p15:clr>
        </p15:guide>
        <p15:guide id="12" pos="5630">
          <p15:clr>
            <a:srgbClr val="F26B43"/>
          </p15:clr>
        </p15:guide>
        <p15:guide id="13" pos="6226">
          <p15:clr>
            <a:srgbClr val="F26B43"/>
          </p15:clr>
        </p15:guide>
        <p15:guide id="14" pos="6824">
          <p15:clr>
            <a:srgbClr val="F26B43"/>
          </p15:clr>
        </p15:guide>
        <p15:guide id="15" pos="7421">
          <p15:clr>
            <a:srgbClr val="F26B43"/>
          </p15:clr>
        </p15:guide>
        <p15:guide id="16" orient="horz" pos="3430">
          <p15:clr>
            <a:srgbClr val="F26B43"/>
          </p15:clr>
        </p15:guide>
        <p15:guide id="17" orient="horz" pos="2796">
          <p15:clr>
            <a:srgbClr val="F26B43"/>
          </p15:clr>
        </p15:guide>
        <p15:guide id="18" orient="horz" pos="894">
          <p15:clr>
            <a:srgbClr val="F26B43"/>
          </p15:clr>
        </p15:guide>
        <p15:guide id="19" orient="horz" pos="1526">
          <p15:clr>
            <a:srgbClr val="F26B43"/>
          </p15:clr>
        </p15:guide>
        <p15:guide id="20"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5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B39EF-06B4-7FB8-0BB4-BE19A1E00992}"/>
              </a:ext>
            </a:extLst>
          </p:cNvPr>
          <p:cNvSpPr>
            <a:spLocks noGrp="1"/>
          </p:cNvSpPr>
          <p:nvPr>
            <p:ph type="ctrTitle"/>
          </p:nvPr>
        </p:nvSpPr>
        <p:spPr/>
        <p:txBody>
          <a:bodyPr/>
          <a:lstStyle/>
          <a:p>
            <a:r>
              <a:rPr lang="en-US" dirty="0"/>
              <a:t>The mode less travelled: </a:t>
            </a:r>
            <a:r>
              <a:rPr lang="en-US" sz="3200" dirty="0"/>
              <a:t>quantifying transport flexibility using agent-based models</a:t>
            </a:r>
            <a:endParaRPr lang="en-GB" dirty="0"/>
          </a:p>
        </p:txBody>
      </p:sp>
      <p:sp>
        <p:nvSpPr>
          <p:cNvPr id="3" name="Subtitle 2">
            <a:extLst>
              <a:ext uri="{FF2B5EF4-FFF2-40B4-BE49-F238E27FC236}">
                <a16:creationId xmlns:a16="http://schemas.microsoft.com/office/drawing/2014/main" id="{ACE27E69-6AB1-7094-5E91-7496864D7827}"/>
              </a:ext>
            </a:extLst>
          </p:cNvPr>
          <p:cNvSpPr>
            <a:spLocks noGrp="1"/>
          </p:cNvSpPr>
          <p:nvPr>
            <p:ph type="body" idx="1"/>
          </p:nvPr>
        </p:nvSpPr>
        <p:spPr>
          <a:xfrm>
            <a:off x="2303463" y="4112432"/>
            <a:ext cx="9255746" cy="361324"/>
          </a:xfrm>
        </p:spPr>
        <p:txBody>
          <a:bodyPr/>
          <a:lstStyle/>
          <a:p>
            <a:r>
              <a:rPr lang="en-US" b="1" dirty="0"/>
              <a:t>Maria Wood</a:t>
            </a:r>
          </a:p>
          <a:p>
            <a:r>
              <a:rPr lang="en-US" dirty="0"/>
              <a:t>Professor Adam Dennett, Professor Esra Suel, Dr Gerry Casey </a:t>
            </a:r>
            <a:endParaRPr lang="en-GB" dirty="0"/>
          </a:p>
        </p:txBody>
      </p:sp>
      <p:sp>
        <p:nvSpPr>
          <p:cNvPr id="4" name="Text Placeholder 3">
            <a:extLst>
              <a:ext uri="{FF2B5EF4-FFF2-40B4-BE49-F238E27FC236}">
                <a16:creationId xmlns:a16="http://schemas.microsoft.com/office/drawing/2014/main" id="{303325F2-4E75-64FD-2C16-BA37BEC84DB2}"/>
              </a:ext>
            </a:extLst>
          </p:cNvPr>
          <p:cNvSpPr>
            <a:spLocks noGrp="1"/>
          </p:cNvSpPr>
          <p:nvPr>
            <p:ph type="body" idx="10"/>
          </p:nvPr>
        </p:nvSpPr>
        <p:spPr>
          <a:xfrm>
            <a:off x="2303463" y="5661157"/>
            <a:ext cx="6485967" cy="361324"/>
          </a:xfrm>
        </p:spPr>
        <p:txBody>
          <a:bodyPr/>
          <a:lstStyle/>
          <a:p>
            <a:r>
              <a:rPr lang="en-US" dirty="0"/>
              <a:t>9</a:t>
            </a:r>
            <a:r>
              <a:rPr lang="en-US" baseline="30000" dirty="0"/>
              <a:t>th</a:t>
            </a:r>
            <a:r>
              <a:rPr lang="en-US" dirty="0"/>
              <a:t> September 2026</a:t>
            </a:r>
            <a:endParaRPr lang="en-GB" dirty="0"/>
          </a:p>
        </p:txBody>
      </p:sp>
    </p:spTree>
    <p:extLst>
      <p:ext uri="{BB962C8B-B14F-4D97-AF65-F5344CB8AC3E}">
        <p14:creationId xmlns:p14="http://schemas.microsoft.com/office/powerpoint/2010/main" val="3461108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F4EFD-274F-E4BC-192A-8F2063A26627}"/>
              </a:ext>
            </a:extLst>
          </p:cNvPr>
          <p:cNvSpPr>
            <a:spLocks noGrp="1"/>
          </p:cNvSpPr>
          <p:nvPr>
            <p:ph type="ctrTitle"/>
          </p:nvPr>
        </p:nvSpPr>
        <p:spPr/>
        <p:txBody>
          <a:bodyPr/>
          <a:lstStyle/>
          <a:p>
            <a:r>
              <a:rPr lang="en-US" dirty="0"/>
              <a:t>The problem: global issues</a:t>
            </a:r>
            <a:endParaRPr lang="en-GB" dirty="0"/>
          </a:p>
        </p:txBody>
      </p:sp>
      <p:pic>
        <p:nvPicPr>
          <p:cNvPr id="5" name="Graphic 4" descr="Car with solid fill">
            <a:extLst>
              <a:ext uri="{FF2B5EF4-FFF2-40B4-BE49-F238E27FC236}">
                <a16:creationId xmlns:a16="http://schemas.microsoft.com/office/drawing/2014/main" id="{CD1B9A4B-B5E8-B3FD-4BC2-0582F1DC475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79012" y="5534025"/>
            <a:ext cx="914400" cy="914400"/>
          </a:xfrm>
          <a:prstGeom prst="rect">
            <a:avLst/>
          </a:prstGeom>
        </p:spPr>
      </p:pic>
      <p:pic>
        <p:nvPicPr>
          <p:cNvPr id="9" name="Graphic 8" descr="Earth globe: Africa and Europe with solid fill">
            <a:extLst>
              <a:ext uri="{FF2B5EF4-FFF2-40B4-BE49-F238E27FC236}">
                <a16:creationId xmlns:a16="http://schemas.microsoft.com/office/drawing/2014/main" id="{63934723-7256-ECD6-9C86-5887A2C992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65317" y="2003570"/>
            <a:ext cx="914400" cy="914400"/>
          </a:xfrm>
          <a:prstGeom prst="rect">
            <a:avLst/>
          </a:prstGeom>
        </p:spPr>
      </p:pic>
      <p:pic>
        <p:nvPicPr>
          <p:cNvPr id="15" name="Graphic 14" descr="Upward trend with solid fill">
            <a:extLst>
              <a:ext uri="{FF2B5EF4-FFF2-40B4-BE49-F238E27FC236}">
                <a16:creationId xmlns:a16="http://schemas.microsoft.com/office/drawing/2014/main" id="{DAEAEF62-FA99-FF02-226A-61A1A1983F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83333" y="1961954"/>
            <a:ext cx="914400" cy="914400"/>
          </a:xfrm>
          <a:prstGeom prst="rect">
            <a:avLst/>
          </a:prstGeom>
        </p:spPr>
      </p:pic>
      <p:sp>
        <p:nvSpPr>
          <p:cNvPr id="16" name="Oval 15">
            <a:extLst>
              <a:ext uri="{FF2B5EF4-FFF2-40B4-BE49-F238E27FC236}">
                <a16:creationId xmlns:a16="http://schemas.microsoft.com/office/drawing/2014/main" id="{665DEC20-2AA9-214D-93F5-157DA1913F15}"/>
              </a:ext>
            </a:extLst>
          </p:cNvPr>
          <p:cNvSpPr/>
          <p:nvPr/>
        </p:nvSpPr>
        <p:spPr>
          <a:xfrm>
            <a:off x="2784443" y="1487941"/>
            <a:ext cx="3311557" cy="3130826"/>
          </a:xfrm>
          <a:prstGeom prst="ellipse">
            <a:avLst/>
          </a:prstGeom>
          <a:noFill/>
          <a:ln w="571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EE92E19E-1F94-F37A-B406-0ED35527C50E}"/>
              </a:ext>
            </a:extLst>
          </p:cNvPr>
          <p:cNvSpPr/>
          <p:nvPr/>
        </p:nvSpPr>
        <p:spPr>
          <a:xfrm>
            <a:off x="5792142" y="1487941"/>
            <a:ext cx="3311557" cy="3130826"/>
          </a:xfrm>
          <a:prstGeom prst="ellipse">
            <a:avLst/>
          </a:prstGeom>
          <a:noFill/>
          <a:ln w="571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0710544A-2C21-52AE-1E07-ADF67B2CA5C6}"/>
              </a:ext>
            </a:extLst>
          </p:cNvPr>
          <p:cNvSpPr txBox="1"/>
          <p:nvPr/>
        </p:nvSpPr>
        <p:spPr>
          <a:xfrm>
            <a:off x="3354157" y="3041166"/>
            <a:ext cx="2060629" cy="400110"/>
          </a:xfrm>
          <a:prstGeom prst="rect">
            <a:avLst/>
          </a:prstGeom>
          <a:noFill/>
        </p:spPr>
        <p:txBody>
          <a:bodyPr wrap="none" rtlCol="0">
            <a:spAutoFit/>
          </a:bodyPr>
          <a:lstStyle/>
          <a:p>
            <a:r>
              <a:rPr lang="en-US" sz="2000" b="1" dirty="0">
                <a:solidFill>
                  <a:schemeClr val="accent1">
                    <a:lumMod val="60000"/>
                    <a:lumOff val="40000"/>
                  </a:schemeClr>
                </a:solidFill>
              </a:rPr>
              <a:t>CLIMATE CRISIS</a:t>
            </a:r>
            <a:endParaRPr lang="en-GB" sz="2000" b="1" dirty="0">
              <a:solidFill>
                <a:schemeClr val="accent1">
                  <a:lumMod val="60000"/>
                  <a:lumOff val="40000"/>
                </a:schemeClr>
              </a:solidFill>
            </a:endParaRPr>
          </a:p>
        </p:txBody>
      </p:sp>
      <p:sp>
        <p:nvSpPr>
          <p:cNvPr id="21" name="TextBox 20">
            <a:extLst>
              <a:ext uri="{FF2B5EF4-FFF2-40B4-BE49-F238E27FC236}">
                <a16:creationId xmlns:a16="http://schemas.microsoft.com/office/drawing/2014/main" id="{36C89DA2-BC7C-54CE-B92C-57893903410E}"/>
              </a:ext>
            </a:extLst>
          </p:cNvPr>
          <p:cNvSpPr txBox="1"/>
          <p:nvPr/>
        </p:nvSpPr>
        <p:spPr>
          <a:xfrm>
            <a:off x="6168274" y="3041166"/>
            <a:ext cx="2867195" cy="400110"/>
          </a:xfrm>
          <a:prstGeom prst="rect">
            <a:avLst/>
          </a:prstGeom>
          <a:noFill/>
        </p:spPr>
        <p:txBody>
          <a:bodyPr wrap="none" rtlCol="0">
            <a:spAutoFit/>
          </a:bodyPr>
          <a:lstStyle/>
          <a:p>
            <a:r>
              <a:rPr lang="en-US" sz="2000" b="1" dirty="0">
                <a:solidFill>
                  <a:schemeClr val="accent1">
                    <a:lumMod val="60000"/>
                    <a:lumOff val="40000"/>
                  </a:schemeClr>
                </a:solidFill>
              </a:rPr>
              <a:t>GROWING INEQUALITY</a:t>
            </a:r>
            <a:endParaRPr lang="en-GB" sz="2000" b="1" dirty="0">
              <a:solidFill>
                <a:schemeClr val="accent1">
                  <a:lumMod val="60000"/>
                  <a:lumOff val="40000"/>
                </a:schemeClr>
              </a:solidFill>
            </a:endParaRPr>
          </a:p>
        </p:txBody>
      </p:sp>
      <p:sp>
        <p:nvSpPr>
          <p:cNvPr id="23" name="TextBox 22">
            <a:extLst>
              <a:ext uri="{FF2B5EF4-FFF2-40B4-BE49-F238E27FC236}">
                <a16:creationId xmlns:a16="http://schemas.microsoft.com/office/drawing/2014/main" id="{F3C3F8B2-0779-BD94-B7F5-F8A3D88C87D5}"/>
              </a:ext>
            </a:extLst>
          </p:cNvPr>
          <p:cNvSpPr txBox="1"/>
          <p:nvPr/>
        </p:nvSpPr>
        <p:spPr>
          <a:xfrm>
            <a:off x="3700841" y="5315029"/>
            <a:ext cx="4688848" cy="400110"/>
          </a:xfrm>
          <a:prstGeom prst="rect">
            <a:avLst/>
          </a:prstGeom>
          <a:noFill/>
        </p:spPr>
        <p:txBody>
          <a:bodyPr wrap="none" rtlCol="0">
            <a:spAutoFit/>
          </a:bodyPr>
          <a:lstStyle/>
          <a:p>
            <a:r>
              <a:rPr lang="en-US" sz="2000" b="1" dirty="0">
                <a:solidFill>
                  <a:schemeClr val="accent1">
                    <a:lumMod val="60000"/>
                    <a:lumOff val="40000"/>
                  </a:schemeClr>
                </a:solidFill>
              </a:rPr>
              <a:t>CAR-DEPENDENT TRANSPORT SYSTEM</a:t>
            </a:r>
            <a:endParaRPr lang="en-GB" sz="2000" b="1" dirty="0">
              <a:solidFill>
                <a:schemeClr val="accent1">
                  <a:lumMod val="60000"/>
                  <a:lumOff val="40000"/>
                </a:schemeClr>
              </a:solidFill>
            </a:endParaRPr>
          </a:p>
        </p:txBody>
      </p:sp>
      <p:sp>
        <p:nvSpPr>
          <p:cNvPr id="40" name="Star: 8 Points 39">
            <a:extLst>
              <a:ext uri="{FF2B5EF4-FFF2-40B4-BE49-F238E27FC236}">
                <a16:creationId xmlns:a16="http://schemas.microsoft.com/office/drawing/2014/main" id="{94B49998-693A-DD64-F867-1314EF7BBE77}"/>
              </a:ext>
            </a:extLst>
          </p:cNvPr>
          <p:cNvSpPr/>
          <p:nvPr/>
        </p:nvSpPr>
        <p:spPr>
          <a:xfrm>
            <a:off x="409576" y="3784592"/>
            <a:ext cx="2571671" cy="2189092"/>
          </a:xfrm>
          <a:prstGeom prst="star8">
            <a:avLst>
              <a:gd name="adj" fmla="val 30916"/>
            </a:avLst>
          </a:prstGeom>
          <a:solidFill>
            <a:schemeClr val="accent6">
              <a:lumMod val="75000"/>
            </a:schemeClr>
          </a:solidFill>
          <a:ln>
            <a:solidFill>
              <a:schemeClr val="accent6">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b="1" dirty="0"/>
              <a:t>Multi-modality </a:t>
            </a:r>
          </a:p>
        </p:txBody>
      </p:sp>
      <p:sp>
        <p:nvSpPr>
          <p:cNvPr id="41" name="Star: 8 Points 40">
            <a:extLst>
              <a:ext uri="{FF2B5EF4-FFF2-40B4-BE49-F238E27FC236}">
                <a16:creationId xmlns:a16="http://schemas.microsoft.com/office/drawing/2014/main" id="{16947170-6B14-D3C4-92E0-8B08A3327F90}"/>
              </a:ext>
            </a:extLst>
          </p:cNvPr>
          <p:cNvSpPr/>
          <p:nvPr/>
        </p:nvSpPr>
        <p:spPr>
          <a:xfrm>
            <a:off x="9174284" y="644107"/>
            <a:ext cx="2770086" cy="2273863"/>
          </a:xfrm>
          <a:prstGeom prst="star8">
            <a:avLst>
              <a:gd name="adj" fmla="val 30916"/>
            </a:avLst>
          </a:prstGeom>
          <a:solidFill>
            <a:schemeClr val="accent6">
              <a:lumMod val="75000"/>
            </a:schemeClr>
          </a:solidFill>
          <a:ln>
            <a:solidFill>
              <a:schemeClr val="accent6">
                <a:lumMod val="5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b="1" dirty="0"/>
              <a:t>Transport flexibility </a:t>
            </a:r>
          </a:p>
        </p:txBody>
      </p:sp>
      <p:sp>
        <p:nvSpPr>
          <p:cNvPr id="42" name="Oval 41">
            <a:extLst>
              <a:ext uri="{FF2B5EF4-FFF2-40B4-BE49-F238E27FC236}">
                <a16:creationId xmlns:a16="http://schemas.microsoft.com/office/drawing/2014/main" id="{76A14CCC-0371-EE8A-840D-743A60189583}"/>
              </a:ext>
            </a:extLst>
          </p:cNvPr>
          <p:cNvSpPr/>
          <p:nvPr/>
        </p:nvSpPr>
        <p:spPr>
          <a:xfrm>
            <a:off x="5797222" y="2429314"/>
            <a:ext cx="299305" cy="1258766"/>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9" name="Straight Arrow Connector 28">
            <a:extLst>
              <a:ext uri="{FF2B5EF4-FFF2-40B4-BE49-F238E27FC236}">
                <a16:creationId xmlns:a16="http://schemas.microsoft.com/office/drawing/2014/main" id="{6DBAFEB7-98D0-E6CA-B5AB-49D6635925A2}"/>
              </a:ext>
            </a:extLst>
          </p:cNvPr>
          <p:cNvCxnSpPr>
            <a:cxnSpLocks/>
          </p:cNvCxnSpPr>
          <p:nvPr/>
        </p:nvCxnSpPr>
        <p:spPr>
          <a:xfrm>
            <a:off x="5936212" y="3053354"/>
            <a:ext cx="0" cy="2182361"/>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9246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AA547-5B06-A288-B45E-6277A89DB1C0}"/>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4B61C508-56DE-DA1F-F17C-0E8794FB0A4B}"/>
              </a:ext>
            </a:extLst>
          </p:cNvPr>
          <p:cNvSpPr/>
          <p:nvPr/>
        </p:nvSpPr>
        <p:spPr>
          <a:xfrm>
            <a:off x="838200" y="1671056"/>
            <a:ext cx="10228385" cy="1122849"/>
          </a:xfrm>
          <a:custGeom>
            <a:avLst/>
            <a:gdLst>
              <a:gd name="csX0" fmla="*/ 0 w 10228385"/>
              <a:gd name="csY0" fmla="*/ 0 h 1122849"/>
              <a:gd name="csX1" fmla="*/ 10228385 w 10228385"/>
              <a:gd name="csY1" fmla="*/ 0 h 1122849"/>
              <a:gd name="csX2" fmla="*/ 10228385 w 10228385"/>
              <a:gd name="csY2" fmla="*/ 1122849 h 1122849"/>
              <a:gd name="csX3" fmla="*/ 0 w 10228385"/>
              <a:gd name="csY3" fmla="*/ 1122849 h 1122849"/>
              <a:gd name="csX4" fmla="*/ 0 w 10228385"/>
              <a:gd name="csY4" fmla="*/ 0 h 1122849"/>
            </a:gdLst>
            <a:ahLst/>
            <a:cxnLst>
              <a:cxn ang="0">
                <a:pos x="csX0" y="csY0"/>
              </a:cxn>
              <a:cxn ang="0">
                <a:pos x="csX1" y="csY1"/>
              </a:cxn>
              <a:cxn ang="0">
                <a:pos x="csX2" y="csY2"/>
              </a:cxn>
              <a:cxn ang="0">
                <a:pos x="csX3" y="csY3"/>
              </a:cxn>
              <a:cxn ang="0">
                <a:pos x="csX4" y="csY4"/>
              </a:cxn>
            </a:cxnLst>
            <a:rect l="l" t="t" r="r" b="b"/>
            <a:pathLst>
              <a:path w="10228385" h="1122849" fill="none" extrusionOk="0">
                <a:moveTo>
                  <a:pt x="0" y="0"/>
                </a:moveTo>
                <a:cubicBezTo>
                  <a:pt x="5014124" y="-149146"/>
                  <a:pt x="8836134" y="157970"/>
                  <a:pt x="10228385" y="0"/>
                </a:cubicBezTo>
                <a:cubicBezTo>
                  <a:pt x="10215206" y="165612"/>
                  <a:pt x="10264112" y="757074"/>
                  <a:pt x="10228385" y="1122849"/>
                </a:cubicBezTo>
                <a:cubicBezTo>
                  <a:pt x="8858965" y="1263496"/>
                  <a:pt x="3491669" y="1154742"/>
                  <a:pt x="0" y="1122849"/>
                </a:cubicBezTo>
                <a:cubicBezTo>
                  <a:pt x="-16622" y="779674"/>
                  <a:pt x="-45485" y="177848"/>
                  <a:pt x="0" y="0"/>
                </a:cubicBezTo>
                <a:close/>
              </a:path>
              <a:path w="10228385" h="1122849" stroke="0" extrusionOk="0">
                <a:moveTo>
                  <a:pt x="0" y="0"/>
                </a:moveTo>
                <a:cubicBezTo>
                  <a:pt x="1416943" y="-1228"/>
                  <a:pt x="8791443" y="-154178"/>
                  <a:pt x="10228385" y="0"/>
                </a:cubicBezTo>
                <a:cubicBezTo>
                  <a:pt x="10320991" y="390979"/>
                  <a:pt x="10152720" y="637274"/>
                  <a:pt x="10228385" y="1122849"/>
                </a:cubicBezTo>
                <a:cubicBezTo>
                  <a:pt x="5962828" y="1143564"/>
                  <a:pt x="2016914" y="1201143"/>
                  <a:pt x="0" y="1122849"/>
                </a:cubicBezTo>
                <a:cubicBezTo>
                  <a:pt x="-22687" y="821051"/>
                  <a:pt x="47305" y="290268"/>
                  <a:pt x="0" y="0"/>
                </a:cubicBezTo>
                <a:close/>
              </a:path>
            </a:pathLst>
          </a:custGeom>
          <a:solidFill>
            <a:schemeClr val="accent1">
              <a:lumMod val="20000"/>
              <a:lumOff val="80000"/>
            </a:schemeClr>
          </a:solidFill>
          <a:ln>
            <a:solidFill>
              <a:schemeClr val="accent1">
                <a:alpha val="50196"/>
              </a:schemeClr>
            </a:solidFill>
            <a:extLst>
              <a:ext uri="{C807C97D-BFC1-408E-A445-0C87EB9F89A2}">
                <ask:lineSketchStyleProps xmlns:ask="http://schemas.microsoft.com/office/drawing/2018/sketchyshapes" sd="4223405527">
                  <a:prstGeom prst="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283686C-50EF-DD09-B0CB-DE03E60ACFCB}"/>
              </a:ext>
            </a:extLst>
          </p:cNvPr>
          <p:cNvSpPr>
            <a:spLocks noGrp="1"/>
          </p:cNvSpPr>
          <p:nvPr>
            <p:ph type="ctrTitle"/>
          </p:nvPr>
        </p:nvSpPr>
        <p:spPr/>
        <p:txBody>
          <a:bodyPr/>
          <a:lstStyle/>
          <a:p>
            <a:r>
              <a:rPr lang="en-US" dirty="0"/>
              <a:t>The concept: flexibility</a:t>
            </a:r>
            <a:endParaRPr lang="en-GB" dirty="0"/>
          </a:p>
        </p:txBody>
      </p:sp>
      <p:sp>
        <p:nvSpPr>
          <p:cNvPr id="3" name="Content Placeholder 2">
            <a:extLst>
              <a:ext uri="{FF2B5EF4-FFF2-40B4-BE49-F238E27FC236}">
                <a16:creationId xmlns:a16="http://schemas.microsoft.com/office/drawing/2014/main" id="{867F2ABD-AA38-82C2-2844-BEA9523E211B}"/>
              </a:ext>
            </a:extLst>
          </p:cNvPr>
          <p:cNvSpPr>
            <a:spLocks noGrp="1"/>
          </p:cNvSpPr>
          <p:nvPr>
            <p:ph type="body" sz="quarter" idx="11"/>
          </p:nvPr>
        </p:nvSpPr>
        <p:spPr>
          <a:xfrm>
            <a:off x="838200" y="1728316"/>
            <a:ext cx="10308335" cy="3716809"/>
          </a:xfrm>
        </p:spPr>
        <p:txBody>
          <a:bodyPr/>
          <a:lstStyle/>
          <a:p>
            <a:pPr marL="0" indent="0">
              <a:buNone/>
            </a:pPr>
            <a:r>
              <a:rPr lang="en-GB" sz="2800" b="1" dirty="0"/>
              <a:t>Flexibility</a:t>
            </a:r>
            <a:r>
              <a:rPr lang="en-GB" sz="2800" dirty="0"/>
              <a:t> is an individual’s ability to change their travel plans and still achieve their daily goals to the same standard</a:t>
            </a:r>
          </a:p>
          <a:p>
            <a:endParaRPr lang="en-GB" sz="2800" dirty="0"/>
          </a:p>
          <a:p>
            <a:pPr marL="0" indent="0">
              <a:buNone/>
            </a:pPr>
            <a:r>
              <a:rPr lang="en-GB" sz="2800" dirty="0">
                <a:solidFill>
                  <a:schemeClr val="tx2">
                    <a:lumMod val="75000"/>
                    <a:lumOff val="25000"/>
                  </a:schemeClr>
                </a:solidFill>
              </a:rPr>
              <a:t>i.e., how much does changing travel plans affect your day?</a:t>
            </a:r>
          </a:p>
          <a:p>
            <a:endParaRPr lang="en-GB" sz="2000" dirty="0"/>
          </a:p>
        </p:txBody>
      </p:sp>
      <p:graphicFrame>
        <p:nvGraphicFramePr>
          <p:cNvPr id="33" name="Diagram 32">
            <a:extLst>
              <a:ext uri="{FF2B5EF4-FFF2-40B4-BE49-F238E27FC236}">
                <a16:creationId xmlns:a16="http://schemas.microsoft.com/office/drawing/2014/main" id="{0F8F4B52-3666-B330-8FF3-CD01BE322E42}"/>
              </a:ext>
            </a:extLst>
          </p:cNvPr>
          <p:cNvGraphicFramePr/>
          <p:nvPr>
            <p:extLst>
              <p:ext uri="{D42A27DB-BD31-4B8C-83A1-F6EECF244321}">
                <p14:modId xmlns:p14="http://schemas.microsoft.com/office/powerpoint/2010/main" val="787192867"/>
              </p:ext>
            </p:extLst>
          </p:nvPr>
        </p:nvGraphicFramePr>
        <p:xfrm>
          <a:off x="1267951" y="4012646"/>
          <a:ext cx="9219235" cy="22340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38355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B3BC1B3-2763-98BB-F1F7-7A186B8F6059}"/>
              </a:ext>
            </a:extLst>
          </p:cNvPr>
          <p:cNvSpPr>
            <a:spLocks noGrp="1"/>
          </p:cNvSpPr>
          <p:nvPr>
            <p:ph type="ctrTitle"/>
          </p:nvPr>
        </p:nvSpPr>
        <p:spPr>
          <a:xfrm>
            <a:off x="409575" y="409575"/>
            <a:ext cx="10424549" cy="1009650"/>
          </a:xfrm>
        </p:spPr>
        <p:txBody>
          <a:bodyPr/>
          <a:lstStyle/>
          <a:p>
            <a:r>
              <a:rPr lang="en-US" dirty="0"/>
              <a:t>Another problem: measurement vs reality</a:t>
            </a:r>
            <a:endParaRPr lang="en-GB" dirty="0"/>
          </a:p>
        </p:txBody>
      </p:sp>
      <p:pic>
        <p:nvPicPr>
          <p:cNvPr id="10" name="Content Placeholder 9" descr="Streetcar outline">
            <a:extLst>
              <a:ext uri="{FF2B5EF4-FFF2-40B4-BE49-F238E27FC236}">
                <a16:creationId xmlns:a16="http://schemas.microsoft.com/office/drawing/2014/main" id="{94E6B7BD-E28B-2171-4CAC-8081FDFC4985}"/>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2826991" y="2031368"/>
            <a:ext cx="914400" cy="914400"/>
          </a:xfrm>
        </p:spPr>
      </p:pic>
      <p:pic>
        <p:nvPicPr>
          <p:cNvPr id="12" name="Graphic 11" descr="Bus with solid fill">
            <a:extLst>
              <a:ext uri="{FF2B5EF4-FFF2-40B4-BE49-F238E27FC236}">
                <a16:creationId xmlns:a16="http://schemas.microsoft.com/office/drawing/2014/main" id="{A7F75B8D-DFE3-7854-42C7-7A7A8758BC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41391" y="2031368"/>
            <a:ext cx="914400" cy="914400"/>
          </a:xfrm>
          <a:prstGeom prst="rect">
            <a:avLst/>
          </a:prstGeom>
        </p:spPr>
      </p:pic>
      <p:pic>
        <p:nvPicPr>
          <p:cNvPr id="14" name="Graphic 13" descr="Treasure Map with solid fill">
            <a:extLst>
              <a:ext uri="{FF2B5EF4-FFF2-40B4-BE49-F238E27FC236}">
                <a16:creationId xmlns:a16="http://schemas.microsoft.com/office/drawing/2014/main" id="{ED3BC233-D8F0-D1DA-EDBE-28616E487C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85754" y="2031368"/>
            <a:ext cx="914400" cy="914400"/>
          </a:xfrm>
          <a:prstGeom prst="rect">
            <a:avLst/>
          </a:prstGeom>
        </p:spPr>
      </p:pic>
      <p:sp>
        <p:nvSpPr>
          <p:cNvPr id="15" name="TextBox 14">
            <a:extLst>
              <a:ext uri="{FF2B5EF4-FFF2-40B4-BE49-F238E27FC236}">
                <a16:creationId xmlns:a16="http://schemas.microsoft.com/office/drawing/2014/main" id="{B57053FF-48EA-5720-94A4-834D5DD93CC6}"/>
              </a:ext>
            </a:extLst>
          </p:cNvPr>
          <p:cNvSpPr txBox="1"/>
          <p:nvPr/>
        </p:nvSpPr>
        <p:spPr>
          <a:xfrm>
            <a:off x="2597284" y="2945669"/>
            <a:ext cx="2288214" cy="830997"/>
          </a:xfrm>
          <a:prstGeom prst="rect">
            <a:avLst/>
          </a:prstGeom>
          <a:noFill/>
        </p:spPr>
        <p:txBody>
          <a:bodyPr wrap="square" rtlCol="0">
            <a:spAutoFit/>
          </a:bodyPr>
          <a:lstStyle/>
          <a:p>
            <a:pPr algn="ctr"/>
            <a:r>
              <a:rPr lang="en-US" sz="2400" b="1" dirty="0">
                <a:solidFill>
                  <a:schemeClr val="accent1">
                    <a:lumMod val="60000"/>
                    <a:lumOff val="40000"/>
                  </a:schemeClr>
                </a:solidFill>
              </a:rPr>
              <a:t>TRANSPORT PROVISION</a:t>
            </a:r>
            <a:endParaRPr lang="en-GB" sz="2400" b="1" dirty="0">
              <a:solidFill>
                <a:schemeClr val="accent1">
                  <a:lumMod val="60000"/>
                  <a:lumOff val="40000"/>
                </a:schemeClr>
              </a:solidFill>
            </a:endParaRPr>
          </a:p>
        </p:txBody>
      </p:sp>
      <p:sp>
        <p:nvSpPr>
          <p:cNvPr id="17" name="TextBox 16">
            <a:extLst>
              <a:ext uri="{FF2B5EF4-FFF2-40B4-BE49-F238E27FC236}">
                <a16:creationId xmlns:a16="http://schemas.microsoft.com/office/drawing/2014/main" id="{987A89FA-42A0-1474-3AAD-18FD12284E60}"/>
              </a:ext>
            </a:extLst>
          </p:cNvPr>
          <p:cNvSpPr txBox="1"/>
          <p:nvPr/>
        </p:nvSpPr>
        <p:spPr>
          <a:xfrm>
            <a:off x="7306503" y="2945668"/>
            <a:ext cx="2288214" cy="830997"/>
          </a:xfrm>
          <a:prstGeom prst="rect">
            <a:avLst/>
          </a:prstGeom>
          <a:noFill/>
        </p:spPr>
        <p:txBody>
          <a:bodyPr wrap="square" rtlCol="0">
            <a:spAutoFit/>
          </a:bodyPr>
          <a:lstStyle/>
          <a:p>
            <a:pPr algn="ctr"/>
            <a:r>
              <a:rPr lang="en-US" sz="2400" b="1" dirty="0">
                <a:solidFill>
                  <a:schemeClr val="accent1">
                    <a:lumMod val="60000"/>
                    <a:lumOff val="40000"/>
                  </a:schemeClr>
                </a:solidFill>
              </a:rPr>
              <a:t>REALISABLE OPPORTUNITY</a:t>
            </a:r>
            <a:endParaRPr lang="en-GB" sz="2400" b="1" dirty="0">
              <a:solidFill>
                <a:schemeClr val="accent1">
                  <a:lumMod val="60000"/>
                  <a:lumOff val="40000"/>
                </a:schemeClr>
              </a:solidFill>
            </a:endParaRPr>
          </a:p>
        </p:txBody>
      </p:sp>
      <p:cxnSp>
        <p:nvCxnSpPr>
          <p:cNvPr id="19" name="Straight Connector 18">
            <a:extLst>
              <a:ext uri="{FF2B5EF4-FFF2-40B4-BE49-F238E27FC236}">
                <a16:creationId xmlns:a16="http://schemas.microsoft.com/office/drawing/2014/main" id="{F7B0E6A8-5A7C-8D33-EF87-1DC75C2FB88D}"/>
              </a:ext>
            </a:extLst>
          </p:cNvPr>
          <p:cNvCxnSpPr>
            <a:cxnSpLocks/>
          </p:cNvCxnSpPr>
          <p:nvPr/>
        </p:nvCxnSpPr>
        <p:spPr>
          <a:xfrm>
            <a:off x="6096000" y="2031368"/>
            <a:ext cx="10217" cy="91430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1AD08244-4C15-2558-97A2-8E7BACB4627B}"/>
              </a:ext>
            </a:extLst>
          </p:cNvPr>
          <p:cNvSpPr txBox="1"/>
          <p:nvPr/>
        </p:nvSpPr>
        <p:spPr>
          <a:xfrm>
            <a:off x="2511216" y="3767637"/>
            <a:ext cx="2460350" cy="923330"/>
          </a:xfrm>
          <a:prstGeom prst="rect">
            <a:avLst/>
          </a:prstGeom>
          <a:noFill/>
        </p:spPr>
        <p:txBody>
          <a:bodyPr wrap="square" rtlCol="0">
            <a:spAutoFit/>
          </a:bodyPr>
          <a:lstStyle/>
          <a:p>
            <a:pPr algn="ctr"/>
            <a:r>
              <a:rPr lang="en-US" dirty="0">
                <a:solidFill>
                  <a:schemeClr val="accent1">
                    <a:lumMod val="60000"/>
                    <a:lumOff val="40000"/>
                  </a:schemeClr>
                </a:solidFill>
              </a:rPr>
              <a:t>“There is a bus stop right outside my house”</a:t>
            </a:r>
            <a:endParaRPr lang="en-GB" dirty="0">
              <a:solidFill>
                <a:schemeClr val="accent1">
                  <a:lumMod val="60000"/>
                  <a:lumOff val="40000"/>
                </a:schemeClr>
              </a:solidFill>
            </a:endParaRPr>
          </a:p>
        </p:txBody>
      </p:sp>
      <p:sp>
        <p:nvSpPr>
          <p:cNvPr id="25" name="TextBox 24">
            <a:extLst>
              <a:ext uri="{FF2B5EF4-FFF2-40B4-BE49-F238E27FC236}">
                <a16:creationId xmlns:a16="http://schemas.microsoft.com/office/drawing/2014/main" id="{87B9D4FC-53B7-8765-3882-4F3B5BADEE65}"/>
              </a:ext>
            </a:extLst>
          </p:cNvPr>
          <p:cNvSpPr txBox="1"/>
          <p:nvPr/>
        </p:nvSpPr>
        <p:spPr>
          <a:xfrm>
            <a:off x="7220435" y="3776665"/>
            <a:ext cx="2460350" cy="923330"/>
          </a:xfrm>
          <a:prstGeom prst="rect">
            <a:avLst/>
          </a:prstGeom>
          <a:noFill/>
        </p:spPr>
        <p:txBody>
          <a:bodyPr wrap="square" rtlCol="0">
            <a:spAutoFit/>
          </a:bodyPr>
          <a:lstStyle/>
          <a:p>
            <a:pPr algn="ctr"/>
            <a:r>
              <a:rPr lang="en-US" dirty="0">
                <a:solidFill>
                  <a:schemeClr val="accent1">
                    <a:lumMod val="60000"/>
                    <a:lumOff val="40000"/>
                  </a:schemeClr>
                </a:solidFill>
              </a:rPr>
              <a:t>“The bus doesn’t go where I need to go though”</a:t>
            </a:r>
            <a:endParaRPr lang="en-GB" dirty="0">
              <a:solidFill>
                <a:schemeClr val="accent1">
                  <a:lumMod val="60000"/>
                  <a:lumOff val="40000"/>
                </a:schemeClr>
              </a:solidFill>
            </a:endParaRPr>
          </a:p>
        </p:txBody>
      </p:sp>
      <p:sp>
        <p:nvSpPr>
          <p:cNvPr id="27" name="TextBox 26">
            <a:extLst>
              <a:ext uri="{FF2B5EF4-FFF2-40B4-BE49-F238E27FC236}">
                <a16:creationId xmlns:a16="http://schemas.microsoft.com/office/drawing/2014/main" id="{B6840399-CFBA-64EB-2FD4-BDC7068E3A39}"/>
              </a:ext>
            </a:extLst>
          </p:cNvPr>
          <p:cNvSpPr txBox="1"/>
          <p:nvPr/>
        </p:nvSpPr>
        <p:spPr>
          <a:xfrm>
            <a:off x="5808700" y="2751974"/>
            <a:ext cx="595035" cy="1015663"/>
          </a:xfrm>
          <a:prstGeom prst="rect">
            <a:avLst/>
          </a:prstGeom>
          <a:noFill/>
        </p:spPr>
        <p:txBody>
          <a:bodyPr wrap="none" rtlCol="0">
            <a:spAutoFit/>
          </a:bodyPr>
          <a:lstStyle/>
          <a:p>
            <a:r>
              <a:rPr lang="en-GB" sz="6000" b="1" dirty="0">
                <a:solidFill>
                  <a:schemeClr val="accent1">
                    <a:lumMod val="60000"/>
                    <a:lumOff val="40000"/>
                  </a:schemeClr>
                </a:solidFill>
              </a:rPr>
              <a:t>≠</a:t>
            </a:r>
          </a:p>
        </p:txBody>
      </p:sp>
      <p:cxnSp>
        <p:nvCxnSpPr>
          <p:cNvPr id="29" name="Straight Connector 28">
            <a:extLst>
              <a:ext uri="{FF2B5EF4-FFF2-40B4-BE49-F238E27FC236}">
                <a16:creationId xmlns:a16="http://schemas.microsoft.com/office/drawing/2014/main" id="{7E635E1A-EF63-537E-70C1-3D6D6A270C97}"/>
              </a:ext>
            </a:extLst>
          </p:cNvPr>
          <p:cNvCxnSpPr>
            <a:cxnSpLocks/>
          </p:cNvCxnSpPr>
          <p:nvPr/>
        </p:nvCxnSpPr>
        <p:spPr>
          <a:xfrm>
            <a:off x="6133926" y="3573943"/>
            <a:ext cx="0" cy="1296231"/>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BA628A8D-5EF2-BF8C-E0D6-BE09CB39B32A}"/>
              </a:ext>
            </a:extLst>
          </p:cNvPr>
          <p:cNvSpPr txBox="1"/>
          <p:nvPr/>
        </p:nvSpPr>
        <p:spPr>
          <a:xfrm>
            <a:off x="1357876" y="5346226"/>
            <a:ext cx="9476249" cy="369332"/>
          </a:xfrm>
          <a:prstGeom prst="rect">
            <a:avLst/>
          </a:prstGeom>
          <a:noFill/>
        </p:spPr>
        <p:txBody>
          <a:bodyPr wrap="none" rtlCol="0">
            <a:spAutoFit/>
          </a:bodyPr>
          <a:lstStyle/>
          <a:p>
            <a:r>
              <a:rPr lang="en-US" dirty="0"/>
              <a:t>The gap is real, and is distributed unevenly across geographies and socio-demographic groups</a:t>
            </a:r>
            <a:endParaRPr lang="en-GB" dirty="0"/>
          </a:p>
        </p:txBody>
      </p:sp>
    </p:spTree>
    <p:extLst>
      <p:ext uri="{BB962C8B-B14F-4D97-AF65-F5344CB8AC3E}">
        <p14:creationId xmlns:p14="http://schemas.microsoft.com/office/powerpoint/2010/main" val="2207087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82F62-A855-A682-A91D-9E75E0A11624}"/>
              </a:ext>
            </a:extLst>
          </p:cNvPr>
          <p:cNvSpPr>
            <a:spLocks noGrp="1"/>
          </p:cNvSpPr>
          <p:nvPr>
            <p:ph type="ctrTitle"/>
          </p:nvPr>
        </p:nvSpPr>
        <p:spPr>
          <a:xfrm>
            <a:off x="409575" y="409575"/>
            <a:ext cx="9161807" cy="1009650"/>
          </a:xfrm>
        </p:spPr>
        <p:txBody>
          <a:bodyPr/>
          <a:lstStyle/>
          <a:p>
            <a:r>
              <a:rPr lang="en-US" dirty="0"/>
              <a:t>The concept: simulation of alternatives </a:t>
            </a:r>
            <a:endParaRPr lang="en-GB" dirty="0"/>
          </a:p>
        </p:txBody>
      </p:sp>
      <p:sp>
        <p:nvSpPr>
          <p:cNvPr id="3" name="Content Placeholder 2">
            <a:extLst>
              <a:ext uri="{FF2B5EF4-FFF2-40B4-BE49-F238E27FC236}">
                <a16:creationId xmlns:a16="http://schemas.microsoft.com/office/drawing/2014/main" id="{86F70C87-D627-CB8D-04E8-1D56B5FC2683}"/>
              </a:ext>
            </a:extLst>
          </p:cNvPr>
          <p:cNvSpPr>
            <a:spLocks noGrp="1"/>
          </p:cNvSpPr>
          <p:nvPr>
            <p:ph idx="1"/>
          </p:nvPr>
        </p:nvSpPr>
        <p:spPr/>
        <p:txBody>
          <a:bodyPr/>
          <a:lstStyle/>
          <a:p>
            <a:r>
              <a:rPr lang="en-US" dirty="0"/>
              <a:t>Agent-based simulation provides a unique perspective on not only what an agent </a:t>
            </a:r>
            <a:r>
              <a:rPr lang="en-US" b="1" dirty="0">
                <a:solidFill>
                  <a:schemeClr val="accent1">
                    <a:lumMod val="60000"/>
                    <a:lumOff val="40000"/>
                  </a:schemeClr>
                </a:solidFill>
              </a:rPr>
              <a:t>did</a:t>
            </a:r>
            <a:r>
              <a:rPr lang="en-US" dirty="0"/>
              <a:t> but also what they </a:t>
            </a:r>
            <a:r>
              <a:rPr lang="en-US" b="1" dirty="0">
                <a:solidFill>
                  <a:schemeClr val="accent6">
                    <a:lumMod val="75000"/>
                  </a:schemeClr>
                </a:solidFill>
              </a:rPr>
              <a:t>could have done instead </a:t>
            </a:r>
          </a:p>
          <a:p>
            <a:r>
              <a:rPr lang="en-US" dirty="0"/>
              <a:t>The alternatives are ‘experienced’ in a realistic </a:t>
            </a:r>
            <a:r>
              <a:rPr lang="en-US" b="1" dirty="0"/>
              <a:t>congested</a:t>
            </a:r>
            <a:r>
              <a:rPr lang="en-US" dirty="0"/>
              <a:t> and </a:t>
            </a:r>
            <a:r>
              <a:rPr lang="en-US" b="1" dirty="0"/>
              <a:t>dynamic</a:t>
            </a:r>
            <a:r>
              <a:rPr lang="en-US" dirty="0"/>
              <a:t> network</a:t>
            </a:r>
          </a:p>
        </p:txBody>
      </p:sp>
      <p:grpSp>
        <p:nvGrpSpPr>
          <p:cNvPr id="15" name="Group 14">
            <a:extLst>
              <a:ext uri="{FF2B5EF4-FFF2-40B4-BE49-F238E27FC236}">
                <a16:creationId xmlns:a16="http://schemas.microsoft.com/office/drawing/2014/main" id="{112E4956-5725-047B-9F49-F7EB7C1ABA32}"/>
              </a:ext>
            </a:extLst>
          </p:cNvPr>
          <p:cNvGrpSpPr/>
          <p:nvPr/>
        </p:nvGrpSpPr>
        <p:grpSpPr>
          <a:xfrm>
            <a:off x="418540" y="3581043"/>
            <a:ext cx="7908634" cy="2720366"/>
            <a:chOff x="16839691" y="9685986"/>
            <a:chExt cx="12016644" cy="3959242"/>
          </a:xfrm>
        </p:grpSpPr>
        <p:sp>
          <p:nvSpPr>
            <p:cNvPr id="16" name="Rectangle: Rounded Corners 15">
              <a:extLst>
                <a:ext uri="{FF2B5EF4-FFF2-40B4-BE49-F238E27FC236}">
                  <a16:creationId xmlns:a16="http://schemas.microsoft.com/office/drawing/2014/main" id="{A46D74BA-F1AA-7186-EF07-35C930D335D7}"/>
                </a:ext>
              </a:extLst>
            </p:cNvPr>
            <p:cNvSpPr/>
            <p:nvPr/>
          </p:nvSpPr>
          <p:spPr>
            <a:xfrm>
              <a:off x="16965236" y="10333762"/>
              <a:ext cx="1345617" cy="650492"/>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UCL Sans" pitchFamily="2" charset="0"/>
                  <a:cs typeface="Helvetica" panose="020B0604020202020204" pitchFamily="34" charset="0"/>
                </a:rPr>
                <a:t>Home</a:t>
              </a:r>
              <a:endParaRPr lang="en-GB" sz="1600" dirty="0">
                <a:latin typeface="UCL Sans" pitchFamily="2" charset="0"/>
                <a:cs typeface="Helvetica" panose="020B0604020202020204" pitchFamily="34" charset="0"/>
              </a:endParaRPr>
            </a:p>
          </p:txBody>
        </p:sp>
        <p:sp>
          <p:nvSpPr>
            <p:cNvPr id="17" name="Rectangle: Rounded Corners 16">
              <a:extLst>
                <a:ext uri="{FF2B5EF4-FFF2-40B4-BE49-F238E27FC236}">
                  <a16:creationId xmlns:a16="http://schemas.microsoft.com/office/drawing/2014/main" id="{D98CC713-AC5A-95C7-F23F-759AC80F8754}"/>
                </a:ext>
              </a:extLst>
            </p:cNvPr>
            <p:cNvSpPr/>
            <p:nvPr/>
          </p:nvSpPr>
          <p:spPr>
            <a:xfrm>
              <a:off x="20070127" y="10338523"/>
              <a:ext cx="1345617" cy="650492"/>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UCL Sans" pitchFamily="2" charset="0"/>
                  <a:cs typeface="Helvetica" panose="020B0604020202020204" pitchFamily="34" charset="0"/>
                </a:rPr>
                <a:t>Work</a:t>
              </a:r>
              <a:endParaRPr lang="en-GB" sz="1600" dirty="0">
                <a:latin typeface="UCL Sans" pitchFamily="2" charset="0"/>
                <a:cs typeface="Helvetica" panose="020B0604020202020204" pitchFamily="34" charset="0"/>
              </a:endParaRPr>
            </a:p>
          </p:txBody>
        </p:sp>
        <p:sp>
          <p:nvSpPr>
            <p:cNvPr id="18" name="Rectangle: Rounded Corners 17">
              <a:extLst>
                <a:ext uri="{FF2B5EF4-FFF2-40B4-BE49-F238E27FC236}">
                  <a16:creationId xmlns:a16="http://schemas.microsoft.com/office/drawing/2014/main" id="{26DEA777-ABDB-77F1-7648-B6B8EEFBBD85}"/>
                </a:ext>
              </a:extLst>
            </p:cNvPr>
            <p:cNvSpPr/>
            <p:nvPr/>
          </p:nvSpPr>
          <p:spPr>
            <a:xfrm>
              <a:off x="23175018" y="10338523"/>
              <a:ext cx="1345617" cy="650492"/>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UCL Sans" pitchFamily="2" charset="0"/>
                  <a:cs typeface="Helvetica" panose="020B0604020202020204" pitchFamily="34" charset="0"/>
                </a:rPr>
                <a:t>Home</a:t>
              </a:r>
              <a:endParaRPr lang="en-GB" sz="1600" dirty="0">
                <a:latin typeface="UCL Sans" pitchFamily="2" charset="0"/>
                <a:cs typeface="Helvetica" panose="020B0604020202020204" pitchFamily="34" charset="0"/>
              </a:endParaRPr>
            </a:p>
          </p:txBody>
        </p:sp>
        <p:cxnSp>
          <p:nvCxnSpPr>
            <p:cNvPr id="19" name="Straight Arrow Connector 18">
              <a:extLst>
                <a:ext uri="{FF2B5EF4-FFF2-40B4-BE49-F238E27FC236}">
                  <a16:creationId xmlns:a16="http://schemas.microsoft.com/office/drawing/2014/main" id="{F896D72A-C996-A55F-7147-32FD692CB1DD}"/>
                </a:ext>
              </a:extLst>
            </p:cNvPr>
            <p:cNvCxnSpPr>
              <a:cxnSpLocks/>
              <a:stCxn id="16" idx="3"/>
              <a:endCxn id="17" idx="1"/>
            </p:cNvCxnSpPr>
            <p:nvPr/>
          </p:nvCxnSpPr>
          <p:spPr>
            <a:xfrm>
              <a:off x="18310853" y="10659008"/>
              <a:ext cx="1759274" cy="4761"/>
            </a:xfrm>
            <a:prstGeom prst="straightConnector1">
              <a:avLst/>
            </a:prstGeom>
            <a:solidFill>
              <a:schemeClr val="accent1">
                <a:lumMod val="60000"/>
                <a:lumOff val="40000"/>
              </a:schemeClr>
            </a:solidFill>
            <a:ln w="762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6BF1587-44A3-56FB-C3C1-EEACC77DD7F1}"/>
                </a:ext>
              </a:extLst>
            </p:cNvPr>
            <p:cNvCxnSpPr>
              <a:cxnSpLocks/>
              <a:stCxn id="17" idx="3"/>
              <a:endCxn id="18" idx="1"/>
            </p:cNvCxnSpPr>
            <p:nvPr/>
          </p:nvCxnSpPr>
          <p:spPr>
            <a:xfrm>
              <a:off x="21415744" y="10663769"/>
              <a:ext cx="1759274" cy="0"/>
            </a:xfrm>
            <a:prstGeom prst="straightConnector1">
              <a:avLst/>
            </a:prstGeom>
            <a:solidFill>
              <a:schemeClr val="accent1">
                <a:lumMod val="60000"/>
                <a:lumOff val="40000"/>
              </a:schemeClr>
            </a:solidFill>
            <a:ln w="762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3844772-03C4-8846-6F8A-4A0BC36973DC}"/>
                </a:ext>
              </a:extLst>
            </p:cNvPr>
            <p:cNvSpPr txBox="1"/>
            <p:nvPr/>
          </p:nvSpPr>
          <p:spPr>
            <a:xfrm>
              <a:off x="18378131" y="10144672"/>
              <a:ext cx="1345615" cy="492734"/>
            </a:xfrm>
            <a:prstGeom prst="rect">
              <a:avLst/>
            </a:prstGeom>
            <a:noFill/>
          </p:spPr>
          <p:txBody>
            <a:bodyPr wrap="square">
              <a:spAutoFit/>
            </a:bodyPr>
            <a:lstStyle/>
            <a:p>
              <a:pPr algn="ctr"/>
              <a:r>
                <a:rPr lang="en-US" sz="1600" dirty="0">
                  <a:solidFill>
                    <a:schemeClr val="accent1">
                      <a:lumMod val="60000"/>
                      <a:lumOff val="40000"/>
                    </a:schemeClr>
                  </a:solidFill>
                  <a:latin typeface="UCL Sans" pitchFamily="2" charset="0"/>
                  <a:cs typeface="Helvetica" panose="020B0604020202020204" pitchFamily="34" charset="0"/>
                </a:rPr>
                <a:t>Car</a:t>
              </a:r>
              <a:endParaRPr lang="en-GB" sz="1600" dirty="0">
                <a:solidFill>
                  <a:schemeClr val="accent1">
                    <a:lumMod val="60000"/>
                    <a:lumOff val="40000"/>
                  </a:schemeClr>
                </a:solidFill>
                <a:latin typeface="UCL Sans" pitchFamily="2" charset="0"/>
                <a:cs typeface="Helvetica" panose="020B0604020202020204" pitchFamily="34" charset="0"/>
              </a:endParaRPr>
            </a:p>
          </p:txBody>
        </p:sp>
        <p:sp>
          <p:nvSpPr>
            <p:cNvPr id="22" name="TextBox 21">
              <a:extLst>
                <a:ext uri="{FF2B5EF4-FFF2-40B4-BE49-F238E27FC236}">
                  <a16:creationId xmlns:a16="http://schemas.microsoft.com/office/drawing/2014/main" id="{0334CFB1-4760-D09A-BE2E-3A4C15A98095}"/>
                </a:ext>
              </a:extLst>
            </p:cNvPr>
            <p:cNvSpPr txBox="1"/>
            <p:nvPr/>
          </p:nvSpPr>
          <p:spPr>
            <a:xfrm>
              <a:off x="21484480" y="10144672"/>
              <a:ext cx="1345615" cy="492734"/>
            </a:xfrm>
            <a:prstGeom prst="rect">
              <a:avLst/>
            </a:prstGeom>
            <a:noFill/>
          </p:spPr>
          <p:txBody>
            <a:bodyPr wrap="square">
              <a:spAutoFit/>
            </a:bodyPr>
            <a:lstStyle/>
            <a:p>
              <a:pPr algn="ctr"/>
              <a:r>
                <a:rPr lang="en-US" sz="1600" dirty="0">
                  <a:solidFill>
                    <a:schemeClr val="accent1">
                      <a:lumMod val="60000"/>
                      <a:lumOff val="40000"/>
                    </a:schemeClr>
                  </a:solidFill>
                  <a:latin typeface="UCL Sans" pitchFamily="2" charset="0"/>
                  <a:cs typeface="Helvetica" panose="020B0604020202020204" pitchFamily="34" charset="0"/>
                </a:rPr>
                <a:t>Car</a:t>
              </a:r>
              <a:endParaRPr lang="en-GB" sz="1600" dirty="0">
                <a:solidFill>
                  <a:schemeClr val="accent1">
                    <a:lumMod val="60000"/>
                    <a:lumOff val="40000"/>
                  </a:schemeClr>
                </a:solidFill>
                <a:latin typeface="UCL Sans" pitchFamily="2" charset="0"/>
                <a:cs typeface="Helvetica" panose="020B0604020202020204" pitchFamily="34" charset="0"/>
              </a:endParaRPr>
            </a:p>
          </p:txBody>
        </p:sp>
        <p:sp>
          <p:nvSpPr>
            <p:cNvPr id="23" name="Rectangle: Rounded Corners 22">
              <a:extLst>
                <a:ext uri="{FF2B5EF4-FFF2-40B4-BE49-F238E27FC236}">
                  <a16:creationId xmlns:a16="http://schemas.microsoft.com/office/drawing/2014/main" id="{2A01788A-0B54-A158-C7F2-BB9B947BF904}"/>
                </a:ext>
              </a:extLst>
            </p:cNvPr>
            <p:cNvSpPr/>
            <p:nvPr/>
          </p:nvSpPr>
          <p:spPr>
            <a:xfrm>
              <a:off x="16965236" y="11965542"/>
              <a:ext cx="1345617" cy="650492"/>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UCL Sans" pitchFamily="2" charset="0"/>
                  <a:cs typeface="Helvetica" panose="020B0604020202020204" pitchFamily="34" charset="0"/>
                </a:rPr>
                <a:t>Home</a:t>
              </a:r>
              <a:endParaRPr lang="en-GB" sz="1600" dirty="0">
                <a:latin typeface="UCL Sans" pitchFamily="2" charset="0"/>
                <a:cs typeface="Helvetica" panose="020B0604020202020204" pitchFamily="34" charset="0"/>
              </a:endParaRPr>
            </a:p>
          </p:txBody>
        </p:sp>
        <p:sp>
          <p:nvSpPr>
            <p:cNvPr id="24" name="Rectangle: Rounded Corners 23">
              <a:extLst>
                <a:ext uri="{FF2B5EF4-FFF2-40B4-BE49-F238E27FC236}">
                  <a16:creationId xmlns:a16="http://schemas.microsoft.com/office/drawing/2014/main" id="{C0E252AC-DC6A-A7E9-7E97-7313B7F2E0CD}"/>
                </a:ext>
              </a:extLst>
            </p:cNvPr>
            <p:cNvSpPr/>
            <p:nvPr/>
          </p:nvSpPr>
          <p:spPr>
            <a:xfrm>
              <a:off x="20070127" y="11970303"/>
              <a:ext cx="1345617" cy="650492"/>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UCL Sans" pitchFamily="2" charset="0"/>
                  <a:cs typeface="Helvetica" panose="020B0604020202020204" pitchFamily="34" charset="0"/>
                </a:rPr>
                <a:t>Work</a:t>
              </a:r>
              <a:endParaRPr lang="en-GB" sz="1600" dirty="0">
                <a:latin typeface="UCL Sans" pitchFamily="2" charset="0"/>
                <a:cs typeface="Helvetica" panose="020B0604020202020204" pitchFamily="34" charset="0"/>
              </a:endParaRPr>
            </a:p>
          </p:txBody>
        </p:sp>
        <p:sp>
          <p:nvSpPr>
            <p:cNvPr id="25" name="Rectangle: Rounded Corners 24">
              <a:extLst>
                <a:ext uri="{FF2B5EF4-FFF2-40B4-BE49-F238E27FC236}">
                  <a16:creationId xmlns:a16="http://schemas.microsoft.com/office/drawing/2014/main" id="{4D877794-9132-2978-1472-87869931ECAC}"/>
                </a:ext>
              </a:extLst>
            </p:cNvPr>
            <p:cNvSpPr/>
            <p:nvPr/>
          </p:nvSpPr>
          <p:spPr>
            <a:xfrm>
              <a:off x="23175018" y="11970303"/>
              <a:ext cx="1345617" cy="650492"/>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UCL Sans" pitchFamily="2" charset="0"/>
                  <a:cs typeface="Helvetica" panose="020B0604020202020204" pitchFamily="34" charset="0"/>
                </a:rPr>
                <a:t>Home</a:t>
              </a:r>
              <a:endParaRPr lang="en-GB" sz="1600" dirty="0">
                <a:latin typeface="UCL Sans" pitchFamily="2" charset="0"/>
                <a:cs typeface="Helvetica" panose="020B0604020202020204" pitchFamily="34" charset="0"/>
              </a:endParaRPr>
            </a:p>
          </p:txBody>
        </p:sp>
        <p:cxnSp>
          <p:nvCxnSpPr>
            <p:cNvPr id="26" name="Straight Arrow Connector 25">
              <a:extLst>
                <a:ext uri="{FF2B5EF4-FFF2-40B4-BE49-F238E27FC236}">
                  <a16:creationId xmlns:a16="http://schemas.microsoft.com/office/drawing/2014/main" id="{C9F827BE-E125-1E95-5F12-F3D3ED6D86D2}"/>
                </a:ext>
              </a:extLst>
            </p:cNvPr>
            <p:cNvCxnSpPr>
              <a:cxnSpLocks/>
              <a:stCxn id="23" idx="3"/>
              <a:endCxn id="24" idx="1"/>
            </p:cNvCxnSpPr>
            <p:nvPr/>
          </p:nvCxnSpPr>
          <p:spPr>
            <a:xfrm>
              <a:off x="18310853" y="12290788"/>
              <a:ext cx="1759274" cy="4761"/>
            </a:xfrm>
            <a:prstGeom prst="straightConnector1">
              <a:avLst/>
            </a:prstGeom>
            <a:ln w="762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15590E0-28BE-EABC-BBC2-182517C49014}"/>
                </a:ext>
              </a:extLst>
            </p:cNvPr>
            <p:cNvCxnSpPr>
              <a:cxnSpLocks/>
              <a:stCxn id="24" idx="3"/>
              <a:endCxn id="25" idx="1"/>
            </p:cNvCxnSpPr>
            <p:nvPr/>
          </p:nvCxnSpPr>
          <p:spPr>
            <a:xfrm>
              <a:off x="21415744" y="12295549"/>
              <a:ext cx="1759274" cy="0"/>
            </a:xfrm>
            <a:prstGeom prst="straightConnector1">
              <a:avLst/>
            </a:prstGeom>
            <a:ln w="762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E82153E-C6EB-F117-120D-EC6824CD1B3C}"/>
                </a:ext>
              </a:extLst>
            </p:cNvPr>
            <p:cNvSpPr txBox="1"/>
            <p:nvPr/>
          </p:nvSpPr>
          <p:spPr>
            <a:xfrm>
              <a:off x="18378131" y="11776452"/>
              <a:ext cx="1345615" cy="492734"/>
            </a:xfrm>
            <a:prstGeom prst="rect">
              <a:avLst/>
            </a:prstGeom>
            <a:noFill/>
            <a:ln>
              <a:noFill/>
            </a:ln>
          </p:spPr>
          <p:txBody>
            <a:bodyPr wrap="square">
              <a:spAutoFit/>
            </a:bodyPr>
            <a:lstStyle/>
            <a:p>
              <a:pPr algn="ctr"/>
              <a:r>
                <a:rPr lang="en-US" sz="1600" dirty="0">
                  <a:solidFill>
                    <a:schemeClr val="accent6">
                      <a:lumMod val="75000"/>
                    </a:schemeClr>
                  </a:solidFill>
                  <a:latin typeface="UCL Sans" pitchFamily="2" charset="0"/>
                  <a:cs typeface="Helvetica" panose="020B0604020202020204" pitchFamily="34" charset="0"/>
                </a:rPr>
                <a:t>Bus</a:t>
              </a:r>
              <a:endParaRPr lang="en-GB" sz="1600" dirty="0">
                <a:solidFill>
                  <a:schemeClr val="accent6">
                    <a:lumMod val="75000"/>
                  </a:schemeClr>
                </a:solidFill>
                <a:latin typeface="UCL Sans" pitchFamily="2" charset="0"/>
                <a:cs typeface="Helvetica" panose="020B0604020202020204" pitchFamily="34" charset="0"/>
              </a:endParaRPr>
            </a:p>
          </p:txBody>
        </p:sp>
        <p:sp>
          <p:nvSpPr>
            <p:cNvPr id="29" name="TextBox 28">
              <a:extLst>
                <a:ext uri="{FF2B5EF4-FFF2-40B4-BE49-F238E27FC236}">
                  <a16:creationId xmlns:a16="http://schemas.microsoft.com/office/drawing/2014/main" id="{A220E87C-0F52-71A7-6853-98858B2C601C}"/>
                </a:ext>
              </a:extLst>
            </p:cNvPr>
            <p:cNvSpPr txBox="1"/>
            <p:nvPr/>
          </p:nvSpPr>
          <p:spPr>
            <a:xfrm>
              <a:off x="21484480" y="11776452"/>
              <a:ext cx="1345615" cy="492734"/>
            </a:xfrm>
            <a:prstGeom prst="rect">
              <a:avLst/>
            </a:prstGeom>
            <a:noFill/>
            <a:ln>
              <a:noFill/>
            </a:ln>
          </p:spPr>
          <p:txBody>
            <a:bodyPr wrap="square">
              <a:spAutoFit/>
            </a:bodyPr>
            <a:lstStyle/>
            <a:p>
              <a:pPr algn="ctr"/>
              <a:r>
                <a:rPr lang="en-US" sz="1600" dirty="0">
                  <a:solidFill>
                    <a:schemeClr val="accent6">
                      <a:lumMod val="75000"/>
                    </a:schemeClr>
                  </a:solidFill>
                  <a:latin typeface="UCL Sans" pitchFamily="2" charset="0"/>
                  <a:cs typeface="Helvetica" panose="020B0604020202020204" pitchFamily="34" charset="0"/>
                </a:rPr>
                <a:t>Walk</a:t>
              </a:r>
              <a:endParaRPr lang="en-GB" sz="1600" dirty="0">
                <a:solidFill>
                  <a:schemeClr val="accent6">
                    <a:lumMod val="75000"/>
                  </a:schemeClr>
                </a:solidFill>
                <a:latin typeface="UCL Sans" pitchFamily="2" charset="0"/>
                <a:cs typeface="Helvetica" panose="020B0604020202020204" pitchFamily="34" charset="0"/>
              </a:endParaRPr>
            </a:p>
          </p:txBody>
        </p:sp>
        <p:sp>
          <p:nvSpPr>
            <p:cNvPr id="30" name="Rectangle: Rounded Corners 29">
              <a:extLst>
                <a:ext uri="{FF2B5EF4-FFF2-40B4-BE49-F238E27FC236}">
                  <a16:creationId xmlns:a16="http://schemas.microsoft.com/office/drawing/2014/main" id="{552ED2E0-517D-DEDC-9F98-6DC89D9E0185}"/>
                </a:ext>
              </a:extLst>
            </p:cNvPr>
            <p:cNvSpPr/>
            <p:nvPr/>
          </p:nvSpPr>
          <p:spPr>
            <a:xfrm>
              <a:off x="16965236" y="12989975"/>
              <a:ext cx="1345617" cy="650492"/>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UCL Sans" pitchFamily="2" charset="0"/>
                  <a:cs typeface="Helvetica" panose="020B0604020202020204" pitchFamily="34" charset="0"/>
                </a:rPr>
                <a:t>Home</a:t>
              </a:r>
              <a:endParaRPr lang="en-GB" sz="1600" dirty="0">
                <a:latin typeface="UCL Sans" pitchFamily="2" charset="0"/>
                <a:cs typeface="Helvetica" panose="020B0604020202020204" pitchFamily="34" charset="0"/>
              </a:endParaRPr>
            </a:p>
          </p:txBody>
        </p:sp>
        <p:sp>
          <p:nvSpPr>
            <p:cNvPr id="31" name="Rectangle: Rounded Corners 30">
              <a:extLst>
                <a:ext uri="{FF2B5EF4-FFF2-40B4-BE49-F238E27FC236}">
                  <a16:creationId xmlns:a16="http://schemas.microsoft.com/office/drawing/2014/main" id="{D86050F2-DE20-F840-89B1-5E049044A978}"/>
                </a:ext>
              </a:extLst>
            </p:cNvPr>
            <p:cNvSpPr/>
            <p:nvPr/>
          </p:nvSpPr>
          <p:spPr>
            <a:xfrm>
              <a:off x="20070127" y="12994736"/>
              <a:ext cx="1345617" cy="650492"/>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UCL Sans" pitchFamily="2" charset="0"/>
                  <a:cs typeface="Helvetica" panose="020B0604020202020204" pitchFamily="34" charset="0"/>
                </a:rPr>
                <a:t>Work</a:t>
              </a:r>
              <a:endParaRPr lang="en-GB" sz="1600" dirty="0">
                <a:latin typeface="UCL Sans" pitchFamily="2" charset="0"/>
                <a:cs typeface="Helvetica" panose="020B0604020202020204" pitchFamily="34" charset="0"/>
              </a:endParaRPr>
            </a:p>
          </p:txBody>
        </p:sp>
        <p:sp>
          <p:nvSpPr>
            <p:cNvPr id="32" name="Rectangle: Rounded Corners 31">
              <a:extLst>
                <a:ext uri="{FF2B5EF4-FFF2-40B4-BE49-F238E27FC236}">
                  <a16:creationId xmlns:a16="http://schemas.microsoft.com/office/drawing/2014/main" id="{1B689C27-9A83-88AA-92F8-3AE3BDE22E63}"/>
                </a:ext>
              </a:extLst>
            </p:cNvPr>
            <p:cNvSpPr/>
            <p:nvPr/>
          </p:nvSpPr>
          <p:spPr>
            <a:xfrm>
              <a:off x="23175018" y="12994736"/>
              <a:ext cx="1345617" cy="650492"/>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UCL Sans" pitchFamily="2" charset="0"/>
                  <a:cs typeface="Helvetica" panose="020B0604020202020204" pitchFamily="34" charset="0"/>
                </a:rPr>
                <a:t>Home</a:t>
              </a:r>
              <a:endParaRPr lang="en-GB" sz="1600" dirty="0">
                <a:latin typeface="UCL Sans" pitchFamily="2" charset="0"/>
                <a:cs typeface="Helvetica" panose="020B0604020202020204" pitchFamily="34" charset="0"/>
              </a:endParaRPr>
            </a:p>
          </p:txBody>
        </p:sp>
        <p:cxnSp>
          <p:nvCxnSpPr>
            <p:cNvPr id="33" name="Straight Arrow Connector 32">
              <a:extLst>
                <a:ext uri="{FF2B5EF4-FFF2-40B4-BE49-F238E27FC236}">
                  <a16:creationId xmlns:a16="http://schemas.microsoft.com/office/drawing/2014/main" id="{424D9B98-A81C-9E04-8E1C-D656B97C42C0}"/>
                </a:ext>
              </a:extLst>
            </p:cNvPr>
            <p:cNvCxnSpPr>
              <a:cxnSpLocks/>
              <a:stCxn id="30" idx="3"/>
              <a:endCxn id="31" idx="1"/>
            </p:cNvCxnSpPr>
            <p:nvPr/>
          </p:nvCxnSpPr>
          <p:spPr>
            <a:xfrm>
              <a:off x="18310853" y="13315221"/>
              <a:ext cx="1759274" cy="4761"/>
            </a:xfrm>
            <a:prstGeom prst="straightConnector1">
              <a:avLst/>
            </a:prstGeom>
            <a:ln w="762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3757431-FEF3-F650-9209-44F442D8C35C}"/>
                </a:ext>
              </a:extLst>
            </p:cNvPr>
            <p:cNvCxnSpPr>
              <a:cxnSpLocks/>
              <a:stCxn id="31" idx="3"/>
              <a:endCxn id="32" idx="1"/>
            </p:cNvCxnSpPr>
            <p:nvPr/>
          </p:nvCxnSpPr>
          <p:spPr>
            <a:xfrm>
              <a:off x="21415744" y="13319982"/>
              <a:ext cx="1759274" cy="0"/>
            </a:xfrm>
            <a:prstGeom prst="straightConnector1">
              <a:avLst/>
            </a:prstGeom>
            <a:ln w="762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C2DAE36-79E7-4AF2-2D8C-E9EF77326F0D}"/>
                </a:ext>
              </a:extLst>
            </p:cNvPr>
            <p:cNvSpPr txBox="1"/>
            <p:nvPr/>
          </p:nvSpPr>
          <p:spPr>
            <a:xfrm>
              <a:off x="18378131" y="12800883"/>
              <a:ext cx="1345615" cy="492734"/>
            </a:xfrm>
            <a:prstGeom prst="rect">
              <a:avLst/>
            </a:prstGeom>
            <a:noFill/>
            <a:ln>
              <a:noFill/>
            </a:ln>
          </p:spPr>
          <p:txBody>
            <a:bodyPr wrap="square">
              <a:spAutoFit/>
            </a:bodyPr>
            <a:lstStyle/>
            <a:p>
              <a:pPr algn="ctr"/>
              <a:r>
                <a:rPr lang="en-US" sz="1600" dirty="0">
                  <a:solidFill>
                    <a:schemeClr val="accent6">
                      <a:lumMod val="75000"/>
                    </a:schemeClr>
                  </a:solidFill>
                  <a:latin typeface="UCL Sans" pitchFamily="2" charset="0"/>
                  <a:cs typeface="Helvetica" panose="020B0604020202020204" pitchFamily="34" charset="0"/>
                </a:rPr>
                <a:t>Cycle</a:t>
              </a:r>
              <a:endParaRPr lang="en-GB" sz="1600" dirty="0">
                <a:solidFill>
                  <a:schemeClr val="accent6">
                    <a:lumMod val="75000"/>
                  </a:schemeClr>
                </a:solidFill>
                <a:latin typeface="UCL Sans" pitchFamily="2" charset="0"/>
                <a:cs typeface="Helvetica" panose="020B0604020202020204" pitchFamily="34" charset="0"/>
              </a:endParaRPr>
            </a:p>
          </p:txBody>
        </p:sp>
        <p:sp>
          <p:nvSpPr>
            <p:cNvPr id="36" name="TextBox 35">
              <a:extLst>
                <a:ext uri="{FF2B5EF4-FFF2-40B4-BE49-F238E27FC236}">
                  <a16:creationId xmlns:a16="http://schemas.microsoft.com/office/drawing/2014/main" id="{40CD220D-E7FA-DB68-503F-87417DA85FBF}"/>
                </a:ext>
              </a:extLst>
            </p:cNvPr>
            <p:cNvSpPr txBox="1"/>
            <p:nvPr/>
          </p:nvSpPr>
          <p:spPr>
            <a:xfrm>
              <a:off x="21484480" y="12800883"/>
              <a:ext cx="1345615" cy="492734"/>
            </a:xfrm>
            <a:prstGeom prst="rect">
              <a:avLst/>
            </a:prstGeom>
            <a:noFill/>
            <a:ln>
              <a:noFill/>
            </a:ln>
          </p:spPr>
          <p:txBody>
            <a:bodyPr wrap="square">
              <a:spAutoFit/>
            </a:bodyPr>
            <a:lstStyle/>
            <a:p>
              <a:pPr algn="ctr"/>
              <a:r>
                <a:rPr lang="en-US" sz="1600" dirty="0">
                  <a:solidFill>
                    <a:schemeClr val="accent6">
                      <a:lumMod val="75000"/>
                    </a:schemeClr>
                  </a:solidFill>
                  <a:latin typeface="UCL Sans" pitchFamily="2" charset="0"/>
                  <a:cs typeface="Helvetica" panose="020B0604020202020204" pitchFamily="34" charset="0"/>
                </a:rPr>
                <a:t>Cycle</a:t>
              </a:r>
              <a:endParaRPr lang="en-GB" sz="1600" dirty="0">
                <a:solidFill>
                  <a:schemeClr val="accent6">
                    <a:lumMod val="75000"/>
                  </a:schemeClr>
                </a:solidFill>
                <a:latin typeface="UCL Sans" pitchFamily="2" charset="0"/>
                <a:cs typeface="Helvetica" panose="020B0604020202020204" pitchFamily="34" charset="0"/>
              </a:endParaRPr>
            </a:p>
          </p:txBody>
        </p:sp>
        <p:sp>
          <p:nvSpPr>
            <p:cNvPr id="37" name="TextBox 36">
              <a:extLst>
                <a:ext uri="{FF2B5EF4-FFF2-40B4-BE49-F238E27FC236}">
                  <a16:creationId xmlns:a16="http://schemas.microsoft.com/office/drawing/2014/main" id="{45649A27-9C6D-5B94-A62F-EC3F080D5DDB}"/>
                </a:ext>
              </a:extLst>
            </p:cNvPr>
            <p:cNvSpPr txBox="1"/>
            <p:nvPr/>
          </p:nvSpPr>
          <p:spPr>
            <a:xfrm>
              <a:off x="16839691" y="9685986"/>
              <a:ext cx="10279495" cy="492734"/>
            </a:xfrm>
            <a:prstGeom prst="rect">
              <a:avLst/>
            </a:prstGeom>
            <a:noFill/>
          </p:spPr>
          <p:txBody>
            <a:bodyPr wrap="square">
              <a:spAutoFit/>
            </a:bodyPr>
            <a:lstStyle/>
            <a:p>
              <a:r>
                <a:rPr lang="en-US" sz="1600" b="1" dirty="0">
                  <a:solidFill>
                    <a:schemeClr val="accent1">
                      <a:lumMod val="60000"/>
                      <a:lumOff val="40000"/>
                    </a:schemeClr>
                  </a:solidFill>
                  <a:latin typeface="UCL Sans" pitchFamily="2" charset="0"/>
                  <a:cs typeface="Helvetica" panose="020B0604020202020204" pitchFamily="34" charset="0"/>
                </a:rPr>
                <a:t>Selected plan: realized choice</a:t>
              </a:r>
              <a:endParaRPr lang="en-GB" sz="1600" b="1" dirty="0">
                <a:solidFill>
                  <a:schemeClr val="accent1">
                    <a:lumMod val="60000"/>
                    <a:lumOff val="40000"/>
                  </a:schemeClr>
                </a:solidFill>
                <a:latin typeface="UCL Sans" pitchFamily="2" charset="0"/>
                <a:cs typeface="Helvetica" panose="020B0604020202020204" pitchFamily="34" charset="0"/>
              </a:endParaRPr>
            </a:p>
          </p:txBody>
        </p:sp>
        <p:sp>
          <p:nvSpPr>
            <p:cNvPr id="38" name="TextBox 37">
              <a:extLst>
                <a:ext uri="{FF2B5EF4-FFF2-40B4-BE49-F238E27FC236}">
                  <a16:creationId xmlns:a16="http://schemas.microsoft.com/office/drawing/2014/main" id="{2DA25339-6540-1A11-15EC-30BF127AA475}"/>
                </a:ext>
              </a:extLst>
            </p:cNvPr>
            <p:cNvSpPr txBox="1"/>
            <p:nvPr/>
          </p:nvSpPr>
          <p:spPr>
            <a:xfrm>
              <a:off x="16839693" y="11387850"/>
              <a:ext cx="10279495" cy="492734"/>
            </a:xfrm>
            <a:prstGeom prst="rect">
              <a:avLst/>
            </a:prstGeom>
            <a:noFill/>
          </p:spPr>
          <p:txBody>
            <a:bodyPr wrap="square">
              <a:spAutoFit/>
            </a:bodyPr>
            <a:lstStyle/>
            <a:p>
              <a:r>
                <a:rPr lang="en-US" sz="1600" b="1" dirty="0">
                  <a:solidFill>
                    <a:schemeClr val="accent6">
                      <a:lumMod val="75000"/>
                    </a:schemeClr>
                  </a:solidFill>
                  <a:latin typeface="UCL Sans" pitchFamily="2" charset="0"/>
                  <a:cs typeface="Helvetica" panose="020B0604020202020204" pitchFamily="34" charset="0"/>
                </a:rPr>
                <a:t>Unselected plans: potential, unrealized choices</a:t>
              </a:r>
              <a:endParaRPr lang="en-GB" sz="1600" b="1" dirty="0">
                <a:solidFill>
                  <a:schemeClr val="accent6">
                    <a:lumMod val="75000"/>
                  </a:schemeClr>
                </a:solidFill>
                <a:latin typeface="UCL Sans" pitchFamily="2" charset="0"/>
                <a:cs typeface="Helvetica" panose="020B0604020202020204" pitchFamily="34" charset="0"/>
              </a:endParaRPr>
            </a:p>
          </p:txBody>
        </p:sp>
        <p:sp>
          <p:nvSpPr>
            <p:cNvPr id="39" name="TextBox 38">
              <a:extLst>
                <a:ext uri="{FF2B5EF4-FFF2-40B4-BE49-F238E27FC236}">
                  <a16:creationId xmlns:a16="http://schemas.microsoft.com/office/drawing/2014/main" id="{CCB823E9-BE96-9600-8808-A96B48C7D3AF}"/>
                </a:ext>
              </a:extLst>
            </p:cNvPr>
            <p:cNvSpPr txBox="1"/>
            <p:nvPr/>
          </p:nvSpPr>
          <p:spPr>
            <a:xfrm>
              <a:off x="25145669" y="10211863"/>
              <a:ext cx="3545518" cy="851086"/>
            </a:xfrm>
            <a:prstGeom prst="rect">
              <a:avLst/>
            </a:prstGeom>
            <a:noFill/>
          </p:spPr>
          <p:txBody>
            <a:bodyPr wrap="square">
              <a:spAutoFit/>
            </a:bodyPr>
            <a:lstStyle/>
            <a:p>
              <a:r>
                <a:rPr lang="en-US" sz="1600" b="1" dirty="0">
                  <a:solidFill>
                    <a:schemeClr val="accent1">
                      <a:lumMod val="60000"/>
                      <a:lumOff val="40000"/>
                    </a:schemeClr>
                  </a:solidFill>
                  <a:latin typeface="UCL Sans" pitchFamily="2" charset="0"/>
                  <a:cs typeface="Helvetica" panose="020B0604020202020204" pitchFamily="34" charset="0"/>
                </a:rPr>
                <a:t>~ observed behaviour e.g., NTS </a:t>
              </a:r>
              <a:endParaRPr lang="en-GB" sz="1600" b="1" dirty="0">
                <a:solidFill>
                  <a:schemeClr val="accent1">
                    <a:lumMod val="60000"/>
                    <a:lumOff val="40000"/>
                  </a:schemeClr>
                </a:solidFill>
                <a:latin typeface="UCL Sans" pitchFamily="2" charset="0"/>
                <a:cs typeface="Helvetica" panose="020B0604020202020204" pitchFamily="34" charset="0"/>
              </a:endParaRPr>
            </a:p>
          </p:txBody>
        </p:sp>
        <p:sp>
          <p:nvSpPr>
            <p:cNvPr id="40" name="TextBox 39">
              <a:extLst>
                <a:ext uri="{FF2B5EF4-FFF2-40B4-BE49-F238E27FC236}">
                  <a16:creationId xmlns:a16="http://schemas.microsoft.com/office/drawing/2014/main" id="{DACF1DCB-91D6-A9AA-2D49-EFA735A2F9EA}"/>
                </a:ext>
              </a:extLst>
            </p:cNvPr>
            <p:cNvSpPr txBox="1"/>
            <p:nvPr/>
          </p:nvSpPr>
          <p:spPr>
            <a:xfrm>
              <a:off x="25148975" y="12308964"/>
              <a:ext cx="3707360" cy="851086"/>
            </a:xfrm>
            <a:prstGeom prst="rect">
              <a:avLst/>
            </a:prstGeom>
            <a:noFill/>
          </p:spPr>
          <p:txBody>
            <a:bodyPr wrap="square">
              <a:spAutoFit/>
            </a:bodyPr>
            <a:lstStyle/>
            <a:p>
              <a:r>
                <a:rPr lang="en-US" sz="1600" b="1" dirty="0">
                  <a:solidFill>
                    <a:schemeClr val="accent6">
                      <a:lumMod val="75000"/>
                    </a:schemeClr>
                  </a:solidFill>
                  <a:latin typeface="UCL Sans" pitchFamily="2" charset="0"/>
                  <a:cs typeface="Helvetica" panose="020B0604020202020204" pitchFamily="34" charset="0"/>
                </a:rPr>
                <a:t>~ stated preference in surveys – unreliable </a:t>
              </a:r>
              <a:endParaRPr lang="en-GB" sz="1600" b="1" dirty="0">
                <a:solidFill>
                  <a:schemeClr val="accent6">
                    <a:lumMod val="75000"/>
                  </a:schemeClr>
                </a:solidFill>
                <a:latin typeface="UCL Sans" pitchFamily="2" charset="0"/>
                <a:cs typeface="Helvetica" panose="020B0604020202020204" pitchFamily="34" charset="0"/>
              </a:endParaRPr>
            </a:p>
          </p:txBody>
        </p:sp>
      </p:grpSp>
    </p:spTree>
    <p:extLst>
      <p:ext uri="{BB962C8B-B14F-4D97-AF65-F5344CB8AC3E}">
        <p14:creationId xmlns:p14="http://schemas.microsoft.com/office/powerpoint/2010/main" val="2608916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700C5-3FF6-2448-9433-D6875AD5BF84}"/>
              </a:ext>
            </a:extLst>
          </p:cNvPr>
          <p:cNvSpPr>
            <a:spLocks noGrp="1"/>
          </p:cNvSpPr>
          <p:nvPr>
            <p:ph type="ctrTitle"/>
          </p:nvPr>
        </p:nvSpPr>
        <p:spPr/>
        <p:txBody>
          <a:bodyPr/>
          <a:lstStyle/>
          <a:p>
            <a:r>
              <a:rPr lang="en-US" dirty="0" err="1"/>
              <a:t>MATSim</a:t>
            </a:r>
            <a:r>
              <a:rPr lang="en-US" dirty="0"/>
              <a:t> in a nutshell</a:t>
            </a:r>
            <a:endParaRPr lang="en-GB" dirty="0"/>
          </a:p>
        </p:txBody>
      </p:sp>
      <p:graphicFrame>
        <p:nvGraphicFramePr>
          <p:cNvPr id="4" name="Content Placeholder 3">
            <a:extLst>
              <a:ext uri="{FF2B5EF4-FFF2-40B4-BE49-F238E27FC236}">
                <a16:creationId xmlns:a16="http://schemas.microsoft.com/office/drawing/2014/main" id="{011875F6-3618-5E32-E18E-0C9E0B37F04F}"/>
              </a:ext>
            </a:extLst>
          </p:cNvPr>
          <p:cNvGraphicFramePr>
            <a:graphicFrameLocks noGrp="1"/>
          </p:cNvGraphicFramePr>
          <p:nvPr>
            <p:ph idx="1"/>
            <p:extLst>
              <p:ext uri="{D42A27DB-BD31-4B8C-83A1-F6EECF244321}">
                <p14:modId xmlns:p14="http://schemas.microsoft.com/office/powerpoint/2010/main" val="1589964959"/>
              </p:ext>
            </p:extLst>
          </p:nvPr>
        </p:nvGraphicFramePr>
        <p:xfrm>
          <a:off x="436493" y="1111045"/>
          <a:ext cx="11319013" cy="38684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8C85E035-3215-4D85-9570-97C0AB91AB42}"/>
              </a:ext>
            </a:extLst>
          </p:cNvPr>
          <p:cNvSpPr txBox="1"/>
          <p:nvPr/>
        </p:nvSpPr>
        <p:spPr>
          <a:xfrm>
            <a:off x="524345" y="5034644"/>
            <a:ext cx="10946296" cy="646331"/>
          </a:xfrm>
          <a:prstGeom prst="rect">
            <a:avLst/>
          </a:prstGeom>
          <a:noFill/>
        </p:spPr>
        <p:txBody>
          <a:bodyPr wrap="square" rtlCol="0">
            <a:spAutoFit/>
          </a:bodyPr>
          <a:lstStyle/>
          <a:p>
            <a:r>
              <a:rPr lang="en-US" dirty="0"/>
              <a:t>At equilibrium, all agents have a </a:t>
            </a:r>
            <a:r>
              <a:rPr lang="en-US" b="1" dirty="0">
                <a:solidFill>
                  <a:schemeClr val="accent1">
                    <a:lumMod val="60000"/>
                    <a:lumOff val="40000"/>
                  </a:schemeClr>
                </a:solidFill>
              </a:rPr>
              <a:t>selected plan</a:t>
            </a:r>
            <a:r>
              <a:rPr lang="en-US" dirty="0">
                <a:solidFill>
                  <a:schemeClr val="accent1">
                    <a:lumMod val="60000"/>
                    <a:lumOff val="40000"/>
                  </a:schemeClr>
                </a:solidFill>
              </a:rPr>
              <a:t> </a:t>
            </a:r>
            <a:r>
              <a:rPr lang="en-US" dirty="0"/>
              <a:t>(what they did) and a set of </a:t>
            </a:r>
            <a:r>
              <a:rPr lang="en-US" b="1" dirty="0">
                <a:solidFill>
                  <a:schemeClr val="accent6">
                    <a:lumMod val="75000"/>
                  </a:schemeClr>
                </a:solidFill>
              </a:rPr>
              <a:t>unselected alternative plans </a:t>
            </a:r>
            <a:r>
              <a:rPr lang="en-US" dirty="0"/>
              <a:t>(what they could have done). All plans have been </a:t>
            </a:r>
            <a:r>
              <a:rPr lang="en-US" b="1" dirty="0"/>
              <a:t>experienced</a:t>
            </a:r>
            <a:r>
              <a:rPr lang="en-US" dirty="0"/>
              <a:t> and </a:t>
            </a:r>
            <a:r>
              <a:rPr lang="en-US" b="1" dirty="0"/>
              <a:t>scored</a:t>
            </a:r>
            <a:r>
              <a:rPr lang="en-US" dirty="0"/>
              <a:t> in the shared network</a:t>
            </a:r>
            <a:endParaRPr lang="en-GB" dirty="0"/>
          </a:p>
        </p:txBody>
      </p:sp>
    </p:spTree>
    <p:extLst>
      <p:ext uri="{BB962C8B-B14F-4D97-AF65-F5344CB8AC3E}">
        <p14:creationId xmlns:p14="http://schemas.microsoft.com/office/powerpoint/2010/main" val="4270264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5E3C6-5241-EDF3-F4FE-271BA43243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6958C-A5FD-BEAD-952F-AFCEE218166B}"/>
              </a:ext>
            </a:extLst>
          </p:cNvPr>
          <p:cNvSpPr>
            <a:spLocks noGrp="1"/>
          </p:cNvSpPr>
          <p:nvPr>
            <p:ph type="ctrTitle"/>
          </p:nvPr>
        </p:nvSpPr>
        <p:spPr>
          <a:xfrm>
            <a:off x="409575" y="409575"/>
            <a:ext cx="9161807" cy="1009650"/>
          </a:xfrm>
        </p:spPr>
        <p:txBody>
          <a:bodyPr/>
          <a:lstStyle/>
          <a:p>
            <a:r>
              <a:rPr lang="en-US" dirty="0"/>
              <a:t>The concept: simulation of alternatives </a:t>
            </a:r>
            <a:endParaRPr lang="en-GB" dirty="0"/>
          </a:p>
        </p:txBody>
      </p:sp>
      <p:sp>
        <p:nvSpPr>
          <p:cNvPr id="3" name="Content Placeholder 2">
            <a:extLst>
              <a:ext uri="{FF2B5EF4-FFF2-40B4-BE49-F238E27FC236}">
                <a16:creationId xmlns:a16="http://schemas.microsoft.com/office/drawing/2014/main" id="{621CCB8C-D923-29DF-1425-D66451FE824C}"/>
              </a:ext>
            </a:extLst>
          </p:cNvPr>
          <p:cNvSpPr>
            <a:spLocks noGrp="1"/>
          </p:cNvSpPr>
          <p:nvPr>
            <p:ph idx="1"/>
          </p:nvPr>
        </p:nvSpPr>
        <p:spPr/>
        <p:txBody>
          <a:bodyPr/>
          <a:lstStyle/>
          <a:p>
            <a:r>
              <a:rPr lang="en-US" dirty="0"/>
              <a:t>Agent-based simulation provides a unique perspective on not only what an agent </a:t>
            </a:r>
            <a:r>
              <a:rPr lang="en-US" b="1" dirty="0">
                <a:solidFill>
                  <a:schemeClr val="accent1">
                    <a:lumMod val="60000"/>
                    <a:lumOff val="40000"/>
                  </a:schemeClr>
                </a:solidFill>
              </a:rPr>
              <a:t>did</a:t>
            </a:r>
            <a:r>
              <a:rPr lang="en-US" dirty="0"/>
              <a:t> but also what they </a:t>
            </a:r>
            <a:r>
              <a:rPr lang="en-US" b="1" dirty="0">
                <a:solidFill>
                  <a:schemeClr val="accent6">
                    <a:lumMod val="75000"/>
                  </a:schemeClr>
                </a:solidFill>
              </a:rPr>
              <a:t>could have done instead </a:t>
            </a:r>
          </a:p>
          <a:p>
            <a:r>
              <a:rPr lang="en-US" dirty="0"/>
              <a:t>The alternatives are ‘experienced’ in a realistic </a:t>
            </a:r>
            <a:r>
              <a:rPr lang="en-US" b="1" dirty="0"/>
              <a:t>congested</a:t>
            </a:r>
            <a:r>
              <a:rPr lang="en-US" dirty="0"/>
              <a:t> and </a:t>
            </a:r>
            <a:r>
              <a:rPr lang="en-US" b="1" dirty="0"/>
              <a:t>dynamic</a:t>
            </a:r>
            <a:r>
              <a:rPr lang="en-US" dirty="0"/>
              <a:t> network</a:t>
            </a:r>
          </a:p>
        </p:txBody>
      </p:sp>
      <p:pic>
        <p:nvPicPr>
          <p:cNvPr id="4" name="Content Placeholder 4" descr="Car with solid fill">
            <a:extLst>
              <a:ext uri="{FF2B5EF4-FFF2-40B4-BE49-F238E27FC236}">
                <a16:creationId xmlns:a16="http://schemas.microsoft.com/office/drawing/2014/main" id="{407129DA-D270-D48B-289F-F4BEE856E3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41034" y="3389536"/>
            <a:ext cx="914400" cy="914400"/>
          </a:xfrm>
          <a:prstGeom prst="rect">
            <a:avLst/>
          </a:prstGeom>
        </p:spPr>
      </p:pic>
      <p:pic>
        <p:nvPicPr>
          <p:cNvPr id="5" name="Graphic 4" descr="City with solid fill">
            <a:extLst>
              <a:ext uri="{FF2B5EF4-FFF2-40B4-BE49-F238E27FC236}">
                <a16:creationId xmlns:a16="http://schemas.microsoft.com/office/drawing/2014/main" id="{FE2E4A01-60E9-67BD-B5A3-BE3F8C4002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2452" y="4119408"/>
            <a:ext cx="914400" cy="914400"/>
          </a:xfrm>
          <a:prstGeom prst="rect">
            <a:avLst/>
          </a:prstGeom>
        </p:spPr>
      </p:pic>
      <p:pic>
        <p:nvPicPr>
          <p:cNvPr id="6" name="Graphic 5" descr="House with solid fill">
            <a:extLst>
              <a:ext uri="{FF2B5EF4-FFF2-40B4-BE49-F238E27FC236}">
                <a16:creationId xmlns:a16="http://schemas.microsoft.com/office/drawing/2014/main" id="{6E6021D1-1205-C361-7169-180AF244B7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5925" y="4119408"/>
            <a:ext cx="914400" cy="914400"/>
          </a:xfrm>
          <a:prstGeom prst="rect">
            <a:avLst/>
          </a:prstGeom>
        </p:spPr>
      </p:pic>
      <p:cxnSp>
        <p:nvCxnSpPr>
          <p:cNvPr id="7" name="Straight Arrow Connector 6">
            <a:extLst>
              <a:ext uri="{FF2B5EF4-FFF2-40B4-BE49-F238E27FC236}">
                <a16:creationId xmlns:a16="http://schemas.microsoft.com/office/drawing/2014/main" id="{A6172CD0-7F74-78C0-82B1-40E25A5DD94B}"/>
              </a:ext>
            </a:extLst>
          </p:cNvPr>
          <p:cNvCxnSpPr>
            <a:cxnSpLocks/>
            <a:stCxn id="6" idx="3"/>
          </p:cNvCxnSpPr>
          <p:nvPr/>
        </p:nvCxnSpPr>
        <p:spPr>
          <a:xfrm flipV="1">
            <a:off x="1440325" y="3897219"/>
            <a:ext cx="1088593" cy="67938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363FEF8F-BF12-6999-FA23-01582469E755}"/>
              </a:ext>
            </a:extLst>
          </p:cNvPr>
          <p:cNvCxnSpPr>
            <a:cxnSpLocks/>
          </p:cNvCxnSpPr>
          <p:nvPr/>
        </p:nvCxnSpPr>
        <p:spPr>
          <a:xfrm>
            <a:off x="3674246" y="3846736"/>
            <a:ext cx="1315496" cy="6935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C7A9330-0BE0-524A-2883-590174F0EE8A}"/>
              </a:ext>
            </a:extLst>
          </p:cNvPr>
          <p:cNvCxnSpPr>
            <a:cxnSpLocks/>
          </p:cNvCxnSpPr>
          <p:nvPr/>
        </p:nvCxnSpPr>
        <p:spPr>
          <a:xfrm>
            <a:off x="1440325" y="4686015"/>
            <a:ext cx="1143858" cy="62945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4979982D-BE2A-3338-2D7A-EECAAF8F674A}"/>
              </a:ext>
            </a:extLst>
          </p:cNvPr>
          <p:cNvCxnSpPr>
            <a:cxnSpLocks/>
          </p:cNvCxnSpPr>
          <p:nvPr/>
        </p:nvCxnSpPr>
        <p:spPr>
          <a:xfrm flipV="1">
            <a:off x="3674245" y="4640798"/>
            <a:ext cx="1315497" cy="6746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11" name="Graphic 10" descr="Bus with solid fill">
            <a:extLst>
              <a:ext uri="{FF2B5EF4-FFF2-40B4-BE49-F238E27FC236}">
                <a16:creationId xmlns:a16="http://schemas.microsoft.com/office/drawing/2014/main" id="{9D11703A-948D-858A-3720-C0436085E4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1034" y="4868834"/>
            <a:ext cx="914400" cy="914400"/>
          </a:xfrm>
          <a:prstGeom prst="rect">
            <a:avLst/>
          </a:prstGeom>
        </p:spPr>
      </p:pic>
      <p:sp>
        <p:nvSpPr>
          <p:cNvPr id="12" name="TextBox 11">
            <a:extLst>
              <a:ext uri="{FF2B5EF4-FFF2-40B4-BE49-F238E27FC236}">
                <a16:creationId xmlns:a16="http://schemas.microsoft.com/office/drawing/2014/main" id="{BB0145BC-2BAB-DAEA-7DA0-F220039A4CAE}"/>
              </a:ext>
            </a:extLst>
          </p:cNvPr>
          <p:cNvSpPr txBox="1"/>
          <p:nvPr/>
        </p:nvSpPr>
        <p:spPr>
          <a:xfrm>
            <a:off x="560573" y="4928270"/>
            <a:ext cx="845103" cy="369332"/>
          </a:xfrm>
          <a:prstGeom prst="rect">
            <a:avLst/>
          </a:prstGeom>
          <a:noFill/>
        </p:spPr>
        <p:txBody>
          <a:bodyPr wrap="none" rtlCol="0">
            <a:spAutoFit/>
          </a:bodyPr>
          <a:lstStyle/>
          <a:p>
            <a:r>
              <a:rPr lang="en-US" b="1" dirty="0"/>
              <a:t>HOME</a:t>
            </a:r>
            <a:endParaRPr lang="en-GB" b="1" dirty="0"/>
          </a:p>
        </p:txBody>
      </p:sp>
      <p:sp>
        <p:nvSpPr>
          <p:cNvPr id="14" name="TextBox 13">
            <a:extLst>
              <a:ext uri="{FF2B5EF4-FFF2-40B4-BE49-F238E27FC236}">
                <a16:creationId xmlns:a16="http://schemas.microsoft.com/office/drawing/2014/main" id="{997BC5FF-8655-AB64-69D6-416B5D5861DF}"/>
              </a:ext>
            </a:extLst>
          </p:cNvPr>
          <p:cNvSpPr txBox="1"/>
          <p:nvPr/>
        </p:nvSpPr>
        <p:spPr>
          <a:xfrm>
            <a:off x="5042452" y="4928270"/>
            <a:ext cx="858633" cy="369332"/>
          </a:xfrm>
          <a:prstGeom prst="rect">
            <a:avLst/>
          </a:prstGeom>
          <a:noFill/>
        </p:spPr>
        <p:txBody>
          <a:bodyPr wrap="none" rtlCol="0">
            <a:spAutoFit/>
          </a:bodyPr>
          <a:lstStyle/>
          <a:p>
            <a:r>
              <a:rPr lang="en-US" b="1" dirty="0"/>
              <a:t>WORK</a:t>
            </a:r>
            <a:endParaRPr lang="en-GB" b="1" dirty="0"/>
          </a:p>
        </p:txBody>
      </p:sp>
      <p:sp>
        <p:nvSpPr>
          <p:cNvPr id="13" name="TextBox 12">
            <a:extLst>
              <a:ext uri="{FF2B5EF4-FFF2-40B4-BE49-F238E27FC236}">
                <a16:creationId xmlns:a16="http://schemas.microsoft.com/office/drawing/2014/main" id="{3D9B062E-3C52-7C35-6124-F647F2792E4A}"/>
              </a:ext>
            </a:extLst>
          </p:cNvPr>
          <p:cNvSpPr txBox="1"/>
          <p:nvPr/>
        </p:nvSpPr>
        <p:spPr>
          <a:xfrm>
            <a:off x="5966344" y="3567648"/>
            <a:ext cx="3215239" cy="646331"/>
          </a:xfrm>
          <a:prstGeom prst="rect">
            <a:avLst/>
          </a:prstGeom>
          <a:noFill/>
        </p:spPr>
        <p:txBody>
          <a:bodyPr wrap="none" rtlCol="0">
            <a:spAutoFit/>
          </a:bodyPr>
          <a:lstStyle/>
          <a:p>
            <a:r>
              <a:rPr lang="en-US" b="1" dirty="0">
                <a:solidFill>
                  <a:schemeClr val="accent1">
                    <a:lumMod val="60000"/>
                    <a:lumOff val="40000"/>
                  </a:schemeClr>
                </a:solidFill>
                <a:latin typeface="UCL Sans" pitchFamily="2" charset="0"/>
              </a:rPr>
              <a:t>Selected plan: </a:t>
            </a:r>
            <a:r>
              <a:rPr lang="en-US" dirty="0">
                <a:latin typeface="UCL Sans" pitchFamily="2" charset="0"/>
              </a:rPr>
              <a:t>travel by car</a:t>
            </a:r>
          </a:p>
          <a:p>
            <a:r>
              <a:rPr lang="en-US" dirty="0">
                <a:latin typeface="UCL Sans" pitchFamily="2" charset="0"/>
              </a:rPr>
              <a:t>U = 150</a:t>
            </a:r>
            <a:endParaRPr lang="en-GB" dirty="0">
              <a:latin typeface="UCL Sans" pitchFamily="2" charset="0"/>
            </a:endParaRPr>
          </a:p>
        </p:txBody>
      </p:sp>
      <p:sp>
        <p:nvSpPr>
          <p:cNvPr id="16" name="TextBox 15">
            <a:extLst>
              <a:ext uri="{FF2B5EF4-FFF2-40B4-BE49-F238E27FC236}">
                <a16:creationId xmlns:a16="http://schemas.microsoft.com/office/drawing/2014/main" id="{9E6C64AA-F887-0D4F-8C62-B9E5E4ED046B}"/>
              </a:ext>
            </a:extLst>
          </p:cNvPr>
          <p:cNvSpPr txBox="1"/>
          <p:nvPr/>
        </p:nvSpPr>
        <p:spPr>
          <a:xfrm>
            <a:off x="5966343" y="5136903"/>
            <a:ext cx="3529428" cy="646331"/>
          </a:xfrm>
          <a:prstGeom prst="rect">
            <a:avLst/>
          </a:prstGeom>
          <a:noFill/>
        </p:spPr>
        <p:txBody>
          <a:bodyPr wrap="none" rtlCol="0">
            <a:spAutoFit/>
          </a:bodyPr>
          <a:lstStyle/>
          <a:p>
            <a:r>
              <a:rPr lang="en-US" b="1" dirty="0">
                <a:solidFill>
                  <a:schemeClr val="accent6">
                    <a:lumMod val="75000"/>
                  </a:schemeClr>
                </a:solidFill>
                <a:latin typeface="UCL Sans" pitchFamily="2" charset="0"/>
              </a:rPr>
              <a:t>Unselected plan:</a:t>
            </a:r>
            <a:r>
              <a:rPr lang="en-US" b="1" dirty="0">
                <a:solidFill>
                  <a:schemeClr val="accent1">
                    <a:lumMod val="60000"/>
                    <a:lumOff val="40000"/>
                  </a:schemeClr>
                </a:solidFill>
                <a:latin typeface="UCL Sans" pitchFamily="2" charset="0"/>
              </a:rPr>
              <a:t> </a:t>
            </a:r>
            <a:r>
              <a:rPr lang="en-US" dirty="0">
                <a:latin typeface="UCL Sans" pitchFamily="2" charset="0"/>
              </a:rPr>
              <a:t>travel by bus</a:t>
            </a:r>
          </a:p>
          <a:p>
            <a:r>
              <a:rPr lang="en-US" dirty="0">
                <a:latin typeface="UCL Sans" pitchFamily="2" charset="0"/>
              </a:rPr>
              <a:t>U = 30</a:t>
            </a:r>
            <a:endParaRPr lang="en-GB" dirty="0">
              <a:latin typeface="UCL Sans" pitchFamily="2" charset="0"/>
            </a:endParaRPr>
          </a:p>
        </p:txBody>
      </p:sp>
      <p:sp>
        <p:nvSpPr>
          <p:cNvPr id="18" name="TextBox 17">
            <a:extLst>
              <a:ext uri="{FF2B5EF4-FFF2-40B4-BE49-F238E27FC236}">
                <a16:creationId xmlns:a16="http://schemas.microsoft.com/office/drawing/2014/main" id="{AB4ED0D6-124B-5522-8984-7E94BA7E7CA0}"/>
              </a:ext>
            </a:extLst>
          </p:cNvPr>
          <p:cNvSpPr txBox="1"/>
          <p:nvPr/>
        </p:nvSpPr>
        <p:spPr>
          <a:xfrm>
            <a:off x="9571382" y="4119408"/>
            <a:ext cx="2647711" cy="923330"/>
          </a:xfrm>
          <a:prstGeom prst="rect">
            <a:avLst/>
          </a:prstGeom>
          <a:noFill/>
        </p:spPr>
        <p:txBody>
          <a:bodyPr wrap="square" rtlCol="0">
            <a:spAutoFit/>
          </a:bodyPr>
          <a:lstStyle/>
          <a:p>
            <a:r>
              <a:rPr lang="en-US" b="1" dirty="0">
                <a:solidFill>
                  <a:schemeClr val="accent1"/>
                </a:solidFill>
                <a:latin typeface="UCL Sans" pitchFamily="2" charset="0"/>
              </a:rPr>
              <a:t>LOW FLEXIBILITY</a:t>
            </a:r>
          </a:p>
          <a:p>
            <a:r>
              <a:rPr lang="en-US" b="1" dirty="0">
                <a:solidFill>
                  <a:schemeClr val="accent1"/>
                </a:solidFill>
                <a:latin typeface="UCL Sans" pitchFamily="2" charset="0"/>
              </a:rPr>
              <a:t>HIGH COST OF MODE SWITCH</a:t>
            </a:r>
            <a:endParaRPr lang="en-GB" dirty="0">
              <a:solidFill>
                <a:schemeClr val="accent1"/>
              </a:solidFill>
              <a:latin typeface="UCL Sans" pitchFamily="2" charset="0"/>
            </a:endParaRPr>
          </a:p>
        </p:txBody>
      </p:sp>
    </p:spTree>
    <p:extLst>
      <p:ext uri="{BB962C8B-B14F-4D97-AF65-F5344CB8AC3E}">
        <p14:creationId xmlns:p14="http://schemas.microsoft.com/office/powerpoint/2010/main" val="4050447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68D05-2FF1-6BC5-BB6C-A1CA78DF1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EE092B-DAE6-6549-6448-392C88C63C1F}"/>
              </a:ext>
            </a:extLst>
          </p:cNvPr>
          <p:cNvSpPr>
            <a:spLocks noGrp="1"/>
          </p:cNvSpPr>
          <p:nvPr>
            <p:ph type="ctrTitle"/>
          </p:nvPr>
        </p:nvSpPr>
        <p:spPr>
          <a:xfrm>
            <a:off x="409575" y="409575"/>
            <a:ext cx="9161807" cy="1009650"/>
          </a:xfrm>
        </p:spPr>
        <p:txBody>
          <a:bodyPr/>
          <a:lstStyle/>
          <a:p>
            <a:r>
              <a:rPr lang="en-US"/>
              <a:t>The concept: simulation of alternatives </a:t>
            </a:r>
            <a:endParaRPr lang="en-GB" dirty="0"/>
          </a:p>
        </p:txBody>
      </p:sp>
      <p:sp>
        <p:nvSpPr>
          <p:cNvPr id="3" name="Content Placeholder 2">
            <a:extLst>
              <a:ext uri="{FF2B5EF4-FFF2-40B4-BE49-F238E27FC236}">
                <a16:creationId xmlns:a16="http://schemas.microsoft.com/office/drawing/2014/main" id="{B5FC9EB9-6F1E-085F-931D-B57B10668304}"/>
              </a:ext>
            </a:extLst>
          </p:cNvPr>
          <p:cNvSpPr>
            <a:spLocks noGrp="1"/>
          </p:cNvSpPr>
          <p:nvPr>
            <p:ph idx="1"/>
          </p:nvPr>
        </p:nvSpPr>
        <p:spPr/>
        <p:txBody>
          <a:bodyPr/>
          <a:lstStyle/>
          <a:p>
            <a:r>
              <a:rPr lang="en-US"/>
              <a:t>Agent-based simulation provides a unique perspective on not only what an agent </a:t>
            </a:r>
            <a:r>
              <a:rPr lang="en-US" b="1">
                <a:solidFill>
                  <a:schemeClr val="accent1">
                    <a:lumMod val="60000"/>
                    <a:lumOff val="40000"/>
                  </a:schemeClr>
                </a:solidFill>
              </a:rPr>
              <a:t>did</a:t>
            </a:r>
            <a:r>
              <a:rPr lang="en-US"/>
              <a:t> but also what they </a:t>
            </a:r>
            <a:r>
              <a:rPr lang="en-US" b="1">
                <a:solidFill>
                  <a:schemeClr val="accent6">
                    <a:lumMod val="75000"/>
                  </a:schemeClr>
                </a:solidFill>
              </a:rPr>
              <a:t>could have done instead </a:t>
            </a:r>
          </a:p>
          <a:p>
            <a:r>
              <a:rPr lang="en-US"/>
              <a:t>The alternatives are ‘experienced’ in a realistic </a:t>
            </a:r>
            <a:r>
              <a:rPr lang="en-US" b="1"/>
              <a:t>congested</a:t>
            </a:r>
            <a:r>
              <a:rPr lang="en-US"/>
              <a:t> and </a:t>
            </a:r>
            <a:r>
              <a:rPr lang="en-US" b="1"/>
              <a:t>dynamic</a:t>
            </a:r>
            <a:r>
              <a:rPr lang="en-US"/>
              <a:t> network</a:t>
            </a:r>
            <a:endParaRPr lang="en-US" dirty="0"/>
          </a:p>
        </p:txBody>
      </p:sp>
      <p:pic>
        <p:nvPicPr>
          <p:cNvPr id="4" name="Content Placeholder 4" descr="Car with solid fill">
            <a:extLst>
              <a:ext uri="{FF2B5EF4-FFF2-40B4-BE49-F238E27FC236}">
                <a16:creationId xmlns:a16="http://schemas.microsoft.com/office/drawing/2014/main" id="{2362D649-7243-462D-5216-126A9601482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41034" y="3389536"/>
            <a:ext cx="914400" cy="914400"/>
          </a:xfrm>
          <a:prstGeom prst="rect">
            <a:avLst/>
          </a:prstGeom>
        </p:spPr>
      </p:pic>
      <p:pic>
        <p:nvPicPr>
          <p:cNvPr id="5" name="Graphic 4" descr="City with solid fill">
            <a:extLst>
              <a:ext uri="{FF2B5EF4-FFF2-40B4-BE49-F238E27FC236}">
                <a16:creationId xmlns:a16="http://schemas.microsoft.com/office/drawing/2014/main" id="{1D3D0EFD-7F44-FD40-22BC-019DCCFB4F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2452" y="4119408"/>
            <a:ext cx="914400" cy="914400"/>
          </a:xfrm>
          <a:prstGeom prst="rect">
            <a:avLst/>
          </a:prstGeom>
        </p:spPr>
      </p:pic>
      <p:pic>
        <p:nvPicPr>
          <p:cNvPr id="6" name="Graphic 5" descr="House with solid fill">
            <a:extLst>
              <a:ext uri="{FF2B5EF4-FFF2-40B4-BE49-F238E27FC236}">
                <a16:creationId xmlns:a16="http://schemas.microsoft.com/office/drawing/2014/main" id="{80A93149-7EC4-20EE-B36E-039A7E3652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5925" y="4119408"/>
            <a:ext cx="914400" cy="914400"/>
          </a:xfrm>
          <a:prstGeom prst="rect">
            <a:avLst/>
          </a:prstGeom>
        </p:spPr>
      </p:pic>
      <p:cxnSp>
        <p:nvCxnSpPr>
          <p:cNvPr id="7" name="Straight Arrow Connector 6">
            <a:extLst>
              <a:ext uri="{FF2B5EF4-FFF2-40B4-BE49-F238E27FC236}">
                <a16:creationId xmlns:a16="http://schemas.microsoft.com/office/drawing/2014/main" id="{67C94553-E88C-F222-71C5-542903BDE7FD}"/>
              </a:ext>
            </a:extLst>
          </p:cNvPr>
          <p:cNvCxnSpPr>
            <a:cxnSpLocks/>
            <a:stCxn id="6" idx="3"/>
          </p:cNvCxnSpPr>
          <p:nvPr/>
        </p:nvCxnSpPr>
        <p:spPr>
          <a:xfrm flipV="1">
            <a:off x="1440325" y="3897219"/>
            <a:ext cx="1088593" cy="67938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62EBD24A-E406-3B47-3319-EA96322D1148}"/>
              </a:ext>
            </a:extLst>
          </p:cNvPr>
          <p:cNvCxnSpPr>
            <a:cxnSpLocks/>
          </p:cNvCxnSpPr>
          <p:nvPr/>
        </p:nvCxnSpPr>
        <p:spPr>
          <a:xfrm>
            <a:off x="3674246" y="3846736"/>
            <a:ext cx="1315496" cy="6935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05CF46F1-C9C8-E133-641E-597CEEEB6808}"/>
              </a:ext>
            </a:extLst>
          </p:cNvPr>
          <p:cNvCxnSpPr>
            <a:cxnSpLocks/>
          </p:cNvCxnSpPr>
          <p:nvPr/>
        </p:nvCxnSpPr>
        <p:spPr>
          <a:xfrm>
            <a:off x="1440325" y="4686015"/>
            <a:ext cx="1143858" cy="62945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D4519943-3877-43BC-EEC8-5C229BAE1B43}"/>
              </a:ext>
            </a:extLst>
          </p:cNvPr>
          <p:cNvCxnSpPr>
            <a:cxnSpLocks/>
          </p:cNvCxnSpPr>
          <p:nvPr/>
        </p:nvCxnSpPr>
        <p:spPr>
          <a:xfrm flipV="1">
            <a:off x="3674245" y="4640798"/>
            <a:ext cx="1315497" cy="6746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11" name="Graphic 10" descr="Bus with solid fill">
            <a:extLst>
              <a:ext uri="{FF2B5EF4-FFF2-40B4-BE49-F238E27FC236}">
                <a16:creationId xmlns:a16="http://schemas.microsoft.com/office/drawing/2014/main" id="{15226AE7-8FDF-45DB-B20E-998FFA94110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1034" y="4868834"/>
            <a:ext cx="914400" cy="914400"/>
          </a:xfrm>
          <a:prstGeom prst="rect">
            <a:avLst/>
          </a:prstGeom>
        </p:spPr>
      </p:pic>
      <p:sp>
        <p:nvSpPr>
          <p:cNvPr id="12" name="TextBox 11">
            <a:extLst>
              <a:ext uri="{FF2B5EF4-FFF2-40B4-BE49-F238E27FC236}">
                <a16:creationId xmlns:a16="http://schemas.microsoft.com/office/drawing/2014/main" id="{A0EF24BD-34E7-8383-7298-1B7F34B305DF}"/>
              </a:ext>
            </a:extLst>
          </p:cNvPr>
          <p:cNvSpPr txBox="1"/>
          <p:nvPr/>
        </p:nvSpPr>
        <p:spPr>
          <a:xfrm>
            <a:off x="560573" y="4928270"/>
            <a:ext cx="845103" cy="369332"/>
          </a:xfrm>
          <a:prstGeom prst="rect">
            <a:avLst/>
          </a:prstGeom>
          <a:noFill/>
        </p:spPr>
        <p:txBody>
          <a:bodyPr wrap="none" rtlCol="0">
            <a:spAutoFit/>
          </a:bodyPr>
          <a:lstStyle/>
          <a:p>
            <a:r>
              <a:rPr lang="en-US" b="1" dirty="0"/>
              <a:t>HOME</a:t>
            </a:r>
            <a:endParaRPr lang="en-GB" b="1" dirty="0"/>
          </a:p>
        </p:txBody>
      </p:sp>
      <p:sp>
        <p:nvSpPr>
          <p:cNvPr id="14" name="TextBox 13">
            <a:extLst>
              <a:ext uri="{FF2B5EF4-FFF2-40B4-BE49-F238E27FC236}">
                <a16:creationId xmlns:a16="http://schemas.microsoft.com/office/drawing/2014/main" id="{D30BEFA8-F5F1-C154-62C8-2868F57DF7E9}"/>
              </a:ext>
            </a:extLst>
          </p:cNvPr>
          <p:cNvSpPr txBox="1"/>
          <p:nvPr/>
        </p:nvSpPr>
        <p:spPr>
          <a:xfrm>
            <a:off x="5042452" y="4928270"/>
            <a:ext cx="858633" cy="369332"/>
          </a:xfrm>
          <a:prstGeom prst="rect">
            <a:avLst/>
          </a:prstGeom>
          <a:noFill/>
        </p:spPr>
        <p:txBody>
          <a:bodyPr wrap="none" rtlCol="0">
            <a:spAutoFit/>
          </a:bodyPr>
          <a:lstStyle/>
          <a:p>
            <a:r>
              <a:rPr lang="en-US" b="1" dirty="0"/>
              <a:t>WORK</a:t>
            </a:r>
            <a:endParaRPr lang="en-GB" b="1" dirty="0"/>
          </a:p>
        </p:txBody>
      </p:sp>
      <p:sp>
        <p:nvSpPr>
          <p:cNvPr id="13" name="TextBox 12">
            <a:extLst>
              <a:ext uri="{FF2B5EF4-FFF2-40B4-BE49-F238E27FC236}">
                <a16:creationId xmlns:a16="http://schemas.microsoft.com/office/drawing/2014/main" id="{9AC81044-66C4-7F16-104E-C63FC75B5EE5}"/>
              </a:ext>
            </a:extLst>
          </p:cNvPr>
          <p:cNvSpPr txBox="1"/>
          <p:nvPr/>
        </p:nvSpPr>
        <p:spPr>
          <a:xfrm>
            <a:off x="5966344" y="3567648"/>
            <a:ext cx="3215239" cy="646331"/>
          </a:xfrm>
          <a:prstGeom prst="rect">
            <a:avLst/>
          </a:prstGeom>
          <a:noFill/>
        </p:spPr>
        <p:txBody>
          <a:bodyPr wrap="none" rtlCol="0">
            <a:spAutoFit/>
          </a:bodyPr>
          <a:lstStyle/>
          <a:p>
            <a:r>
              <a:rPr lang="en-US" b="1" dirty="0">
                <a:solidFill>
                  <a:schemeClr val="accent1">
                    <a:lumMod val="60000"/>
                    <a:lumOff val="40000"/>
                  </a:schemeClr>
                </a:solidFill>
                <a:latin typeface="UCL Sans" pitchFamily="2" charset="0"/>
              </a:rPr>
              <a:t>Selected plan: </a:t>
            </a:r>
            <a:r>
              <a:rPr lang="en-US" dirty="0">
                <a:latin typeface="UCL Sans" pitchFamily="2" charset="0"/>
              </a:rPr>
              <a:t>travel by car</a:t>
            </a:r>
          </a:p>
          <a:p>
            <a:r>
              <a:rPr lang="en-US" dirty="0">
                <a:latin typeface="UCL Sans" pitchFamily="2" charset="0"/>
              </a:rPr>
              <a:t>U = 150</a:t>
            </a:r>
            <a:endParaRPr lang="en-GB" dirty="0">
              <a:latin typeface="UCL Sans" pitchFamily="2" charset="0"/>
            </a:endParaRPr>
          </a:p>
        </p:txBody>
      </p:sp>
      <p:sp>
        <p:nvSpPr>
          <p:cNvPr id="16" name="TextBox 15">
            <a:extLst>
              <a:ext uri="{FF2B5EF4-FFF2-40B4-BE49-F238E27FC236}">
                <a16:creationId xmlns:a16="http://schemas.microsoft.com/office/drawing/2014/main" id="{8DD2A11B-7BB3-746E-D8A9-F4FBBCFCCEFA}"/>
              </a:ext>
            </a:extLst>
          </p:cNvPr>
          <p:cNvSpPr txBox="1"/>
          <p:nvPr/>
        </p:nvSpPr>
        <p:spPr>
          <a:xfrm>
            <a:off x="5966343" y="5136903"/>
            <a:ext cx="3529428" cy="646331"/>
          </a:xfrm>
          <a:prstGeom prst="rect">
            <a:avLst/>
          </a:prstGeom>
          <a:noFill/>
        </p:spPr>
        <p:txBody>
          <a:bodyPr wrap="none" rtlCol="0">
            <a:spAutoFit/>
          </a:bodyPr>
          <a:lstStyle/>
          <a:p>
            <a:r>
              <a:rPr lang="en-US" b="1" dirty="0">
                <a:solidFill>
                  <a:schemeClr val="accent6">
                    <a:lumMod val="75000"/>
                  </a:schemeClr>
                </a:solidFill>
                <a:latin typeface="UCL Sans" pitchFamily="2" charset="0"/>
              </a:rPr>
              <a:t>Unselected plan:</a:t>
            </a:r>
            <a:r>
              <a:rPr lang="en-US" b="1" dirty="0">
                <a:solidFill>
                  <a:schemeClr val="accent1">
                    <a:lumMod val="60000"/>
                    <a:lumOff val="40000"/>
                  </a:schemeClr>
                </a:solidFill>
                <a:latin typeface="UCL Sans" pitchFamily="2" charset="0"/>
              </a:rPr>
              <a:t> </a:t>
            </a:r>
            <a:r>
              <a:rPr lang="en-US" dirty="0">
                <a:latin typeface="UCL Sans" pitchFamily="2" charset="0"/>
              </a:rPr>
              <a:t>travel by bus</a:t>
            </a:r>
          </a:p>
          <a:p>
            <a:r>
              <a:rPr lang="en-US" dirty="0">
                <a:latin typeface="UCL Sans" pitchFamily="2" charset="0"/>
              </a:rPr>
              <a:t>U = 145</a:t>
            </a:r>
            <a:endParaRPr lang="en-GB" dirty="0">
              <a:latin typeface="UCL Sans" pitchFamily="2" charset="0"/>
            </a:endParaRPr>
          </a:p>
        </p:txBody>
      </p:sp>
      <p:sp>
        <p:nvSpPr>
          <p:cNvPr id="18" name="TextBox 17">
            <a:extLst>
              <a:ext uri="{FF2B5EF4-FFF2-40B4-BE49-F238E27FC236}">
                <a16:creationId xmlns:a16="http://schemas.microsoft.com/office/drawing/2014/main" id="{678D2D76-FC18-71DA-38BE-92BC46DF4C58}"/>
              </a:ext>
            </a:extLst>
          </p:cNvPr>
          <p:cNvSpPr txBox="1"/>
          <p:nvPr/>
        </p:nvSpPr>
        <p:spPr>
          <a:xfrm>
            <a:off x="9571382" y="4119408"/>
            <a:ext cx="2647711" cy="923330"/>
          </a:xfrm>
          <a:prstGeom prst="rect">
            <a:avLst/>
          </a:prstGeom>
          <a:noFill/>
        </p:spPr>
        <p:txBody>
          <a:bodyPr wrap="square" rtlCol="0">
            <a:spAutoFit/>
          </a:bodyPr>
          <a:lstStyle/>
          <a:p>
            <a:r>
              <a:rPr lang="en-US" b="1" dirty="0">
                <a:solidFill>
                  <a:schemeClr val="accent1"/>
                </a:solidFill>
                <a:latin typeface="UCL Sans" pitchFamily="2" charset="0"/>
              </a:rPr>
              <a:t>HIGH FLEXIBILITY</a:t>
            </a:r>
          </a:p>
          <a:p>
            <a:r>
              <a:rPr lang="en-US" b="1" dirty="0">
                <a:solidFill>
                  <a:schemeClr val="accent1"/>
                </a:solidFill>
                <a:latin typeface="UCL Sans" pitchFamily="2" charset="0"/>
              </a:rPr>
              <a:t>LOW COST OF MODE SWITCH</a:t>
            </a:r>
            <a:endParaRPr lang="en-GB" dirty="0">
              <a:solidFill>
                <a:schemeClr val="accent1"/>
              </a:solidFill>
              <a:latin typeface="UCL Sans" pitchFamily="2" charset="0"/>
            </a:endParaRPr>
          </a:p>
        </p:txBody>
      </p:sp>
    </p:spTree>
    <p:extLst>
      <p:ext uri="{BB962C8B-B14F-4D97-AF65-F5344CB8AC3E}">
        <p14:creationId xmlns:p14="http://schemas.microsoft.com/office/powerpoint/2010/main" val="1192729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FC6F8-CAA2-01BF-EB5A-4D1C3BBE3B4D}"/>
              </a:ext>
            </a:extLst>
          </p:cNvPr>
          <p:cNvSpPr>
            <a:spLocks noGrp="1"/>
          </p:cNvSpPr>
          <p:nvPr>
            <p:ph type="ctrTitle"/>
          </p:nvPr>
        </p:nvSpPr>
        <p:spPr/>
        <p:txBody>
          <a:bodyPr/>
          <a:lstStyle/>
          <a:p>
            <a:r>
              <a:rPr lang="en-US" dirty="0"/>
              <a:t>Flexibility from </a:t>
            </a:r>
            <a:r>
              <a:rPr lang="en-US" dirty="0" err="1"/>
              <a:t>MATSim</a:t>
            </a:r>
            <a:r>
              <a:rPr lang="en-US" dirty="0"/>
              <a:t> outputs</a:t>
            </a:r>
            <a:endParaRPr lang="en-GB" dirty="0"/>
          </a:p>
        </p:txBody>
      </p:sp>
      <p:sp>
        <p:nvSpPr>
          <p:cNvPr id="3" name="Content Placeholder 2">
            <a:extLst>
              <a:ext uri="{FF2B5EF4-FFF2-40B4-BE49-F238E27FC236}">
                <a16:creationId xmlns:a16="http://schemas.microsoft.com/office/drawing/2014/main" id="{E9BAB248-E123-276A-0857-F425D4DE73EC}"/>
              </a:ext>
            </a:extLst>
          </p:cNvPr>
          <p:cNvSpPr>
            <a:spLocks noGrp="1"/>
          </p:cNvSpPr>
          <p:nvPr>
            <p:ph idx="1"/>
          </p:nvPr>
        </p:nvSpPr>
        <p:spPr/>
        <p:txBody>
          <a:bodyPr/>
          <a:lstStyle/>
          <a:p>
            <a:r>
              <a:rPr lang="en-US" dirty="0"/>
              <a:t>Compare the selected plan (highest-scoring plan) to the best alternative that invokes a mode shift</a:t>
            </a:r>
          </a:p>
          <a:p>
            <a:r>
              <a:rPr lang="en-US" dirty="0"/>
              <a:t>Transform the difference in utility using a </a:t>
            </a:r>
            <a:r>
              <a:rPr lang="en-US" b="1" dirty="0"/>
              <a:t>logistic function</a:t>
            </a:r>
          </a:p>
          <a:p>
            <a:r>
              <a:rPr lang="en-US" dirty="0"/>
              <a:t>This gives the </a:t>
            </a:r>
            <a:r>
              <a:rPr lang="en-US" b="1" dirty="0"/>
              <a:t>binary logit choice probability </a:t>
            </a:r>
            <a:r>
              <a:rPr lang="en-US" dirty="0"/>
              <a:t>between these two plans in a head-to-head comparison</a:t>
            </a:r>
            <a:endParaRPr lang="en-GB"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DAF052E-197D-1B07-7753-8FC0A3B6D359}"/>
                  </a:ext>
                </a:extLst>
              </p:cNvPr>
              <p:cNvSpPr txBox="1"/>
              <p:nvPr/>
            </p:nvSpPr>
            <p:spPr>
              <a:xfrm>
                <a:off x="967179" y="3861883"/>
                <a:ext cx="3696261" cy="885884"/>
              </a:xfrm>
              <a:prstGeom prst="rect">
                <a:avLst/>
              </a:prstGeom>
              <a:noFill/>
            </p:spPr>
            <p:txBody>
              <a:bodyPr wrap="square" lIns="0" tIns="0" rIns="0" bIns="0" rtlCol="0">
                <a:spAutoFit/>
              </a:bodyPr>
              <a:lstStyle/>
              <a:p>
                <a:pPr/>
                <a14:m>
                  <m:oMathPara xmlns:m="http://schemas.openxmlformats.org/officeDocument/2006/math">
                    <m:oMathParaPr>
                      <m:jc m:val="left"/>
                    </m:oMathParaPr>
                    <m:oMath>
                      <m:r>
                        <a:rPr lang="en-US" sz="2800" b="1" i="1" smtClean="0">
                          <a:latin typeface="Cambria Math" panose="02040503050406030204" pitchFamily="18" charset="0"/>
                        </a:rPr>
                        <m:t>𝑭</m:t>
                      </m:r>
                      <m:r>
                        <a:rPr lang="en-US" sz="2800" b="1" i="1" smtClean="0">
                          <a:latin typeface="Cambria Math" panose="02040503050406030204" pitchFamily="18" charset="0"/>
                        </a:rPr>
                        <m:t>= </m:t>
                      </m:r>
                      <m:f>
                        <m:fPr>
                          <m:ctrlPr>
                            <a:rPr lang="en-US" sz="2800" b="1" i="1" smtClean="0">
                              <a:latin typeface="Cambria Math" panose="02040503050406030204" pitchFamily="18" charset="0"/>
                            </a:rPr>
                          </m:ctrlPr>
                        </m:fPr>
                        <m:num>
                          <m:r>
                            <a:rPr lang="en-US" sz="2800" b="1" i="1" smtClean="0">
                              <a:latin typeface="Cambria Math" panose="02040503050406030204" pitchFamily="18" charset="0"/>
                            </a:rPr>
                            <m:t>𝟏</m:t>
                          </m:r>
                        </m:num>
                        <m:den>
                          <m:r>
                            <a:rPr lang="en-US" sz="2800" b="1" i="1" smtClean="0">
                              <a:latin typeface="Cambria Math" panose="02040503050406030204" pitchFamily="18" charset="0"/>
                            </a:rPr>
                            <m:t>𝟏</m:t>
                          </m:r>
                          <m:r>
                            <a:rPr lang="en-US" sz="2800" b="1" i="1" smtClean="0">
                              <a:latin typeface="Cambria Math" panose="02040503050406030204" pitchFamily="18" charset="0"/>
                            </a:rPr>
                            <m:t>+</m:t>
                          </m:r>
                          <m:r>
                            <a:rPr lang="en-US" sz="2800" b="1" i="0" smtClean="0">
                              <a:latin typeface="Cambria Math" panose="02040503050406030204" pitchFamily="18" charset="0"/>
                            </a:rPr>
                            <m:t>𝐞𝐱𝐩</m:t>
                          </m:r>
                          <m:r>
                            <a:rPr lang="en-US" sz="2800" b="1" i="1" smtClean="0">
                              <a:latin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𝝁</m:t>
                          </m:r>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𝑼</m:t>
                          </m:r>
                          <m:r>
                            <a:rPr lang="en-US" sz="2800" b="1" i="1" smtClean="0">
                              <a:latin typeface="Cambria Math" panose="02040503050406030204" pitchFamily="18" charset="0"/>
                              <a:ea typeface="Cambria Math" panose="02040503050406030204" pitchFamily="18" charset="0"/>
                            </a:rPr>
                            <m:t>)</m:t>
                          </m:r>
                        </m:den>
                      </m:f>
                    </m:oMath>
                  </m:oMathPara>
                </a14:m>
                <a:endParaRPr lang="en-GB" sz="2800" b="1" dirty="0"/>
              </a:p>
            </p:txBody>
          </p:sp>
        </mc:Choice>
        <mc:Fallback xmlns="">
          <p:sp>
            <p:nvSpPr>
              <p:cNvPr id="4" name="TextBox 3">
                <a:extLst>
                  <a:ext uri="{FF2B5EF4-FFF2-40B4-BE49-F238E27FC236}">
                    <a16:creationId xmlns:a16="http://schemas.microsoft.com/office/drawing/2014/main" id="{FDAF052E-197D-1B07-7753-8FC0A3B6D359}"/>
                  </a:ext>
                </a:extLst>
              </p:cNvPr>
              <p:cNvSpPr txBox="1">
                <a:spLocks noRot="1" noChangeAspect="1" noMove="1" noResize="1" noEditPoints="1" noAdjustHandles="1" noChangeArrowheads="1" noChangeShapeType="1" noTextEdit="1"/>
              </p:cNvSpPr>
              <p:nvPr/>
            </p:nvSpPr>
            <p:spPr>
              <a:xfrm>
                <a:off x="967179" y="3861883"/>
                <a:ext cx="3696261" cy="885884"/>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BD5D7E3-16BD-1305-DF37-F0F0DA0E4397}"/>
                  </a:ext>
                </a:extLst>
              </p:cNvPr>
              <p:cNvSpPr txBox="1"/>
              <p:nvPr/>
            </p:nvSpPr>
            <p:spPr>
              <a:xfrm>
                <a:off x="967179" y="5032403"/>
                <a:ext cx="3904146" cy="276999"/>
              </a:xfrm>
              <a:prstGeom prst="rect">
                <a:avLst/>
              </a:prstGeom>
              <a:noFill/>
            </p:spPr>
            <p:txBody>
              <a:bodyPr wrap="none" lIns="0" tIns="0" rIns="0" bIns="0" rtlCol="0">
                <a:spAutoFit/>
              </a:bodyPr>
              <a:lstStyle/>
              <a:p>
                <a:pPr/>
                <a14:m>
                  <m:oMathPara xmlns:m="http://schemas.openxmlformats.org/officeDocument/2006/math">
                    <m:oMath>
                      <m:r>
                        <a:rPr lang="en-GB"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𝑼</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𝑼</m:t>
                      </m:r>
                      <m:d>
                        <m:dPr>
                          <m:ctrlPr>
                            <a:rPr lang="en-US" b="1"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𝒔𝒆𝒍𝒆𝒄𝒕𝒆𝒅</m:t>
                          </m:r>
                        </m:e>
                      </m:d>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𝑼</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𝒂𝒍𝒕𝒆𝒓𝒏𝒂𝒕𝒊𝒗𝒆</m:t>
                      </m:r>
                      <m:r>
                        <a:rPr lang="en-US" b="1" i="1" smtClean="0">
                          <a:latin typeface="Cambria Math" panose="02040503050406030204" pitchFamily="18" charset="0"/>
                          <a:ea typeface="Cambria Math" panose="02040503050406030204" pitchFamily="18" charset="0"/>
                        </a:rPr>
                        <m:t>)</m:t>
                      </m:r>
                    </m:oMath>
                  </m:oMathPara>
                </a14:m>
                <a:endParaRPr lang="en-GB" b="1" dirty="0"/>
              </a:p>
            </p:txBody>
          </p:sp>
        </mc:Choice>
        <mc:Fallback xmlns="">
          <p:sp>
            <p:nvSpPr>
              <p:cNvPr id="5" name="TextBox 4">
                <a:extLst>
                  <a:ext uri="{FF2B5EF4-FFF2-40B4-BE49-F238E27FC236}">
                    <a16:creationId xmlns:a16="http://schemas.microsoft.com/office/drawing/2014/main" id="{FBD5D7E3-16BD-1305-DF37-F0F0DA0E4397}"/>
                  </a:ext>
                </a:extLst>
              </p:cNvPr>
              <p:cNvSpPr txBox="1">
                <a:spLocks noRot="1" noChangeAspect="1" noMove="1" noResize="1" noEditPoints="1" noAdjustHandles="1" noChangeArrowheads="1" noChangeShapeType="1" noTextEdit="1"/>
              </p:cNvSpPr>
              <p:nvPr/>
            </p:nvSpPr>
            <p:spPr>
              <a:xfrm>
                <a:off x="967179" y="5032403"/>
                <a:ext cx="3904146" cy="276999"/>
              </a:xfrm>
              <a:prstGeom prst="rect">
                <a:avLst/>
              </a:prstGeom>
              <a:blipFill>
                <a:blip r:embed="rId3"/>
                <a:stretch>
                  <a:fillRect l="-1094" t="-4444" r="-2031" b="-3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AA15C2B-EC50-DF6B-99B0-4653E9CC8323}"/>
                  </a:ext>
                </a:extLst>
              </p:cNvPr>
              <p:cNvSpPr txBox="1"/>
              <p:nvPr/>
            </p:nvSpPr>
            <p:spPr>
              <a:xfrm>
                <a:off x="967179" y="5375208"/>
                <a:ext cx="3692165" cy="276999"/>
              </a:xfrm>
              <a:prstGeom prst="rect">
                <a:avLst/>
              </a:prstGeom>
              <a:noFill/>
            </p:spPr>
            <p:txBody>
              <a:bodyPr wrap="none" lIns="0" tIns="0" rIns="0" bIns="0" rtlCol="0">
                <a:spAutoFit/>
              </a:bodyPr>
              <a:lstStyle/>
              <a:p>
                <a14:m>
                  <m:oMath xmlns:m="http://schemas.openxmlformats.org/officeDocument/2006/math">
                    <m:r>
                      <a:rPr lang="en-GB" b="1" i="1" smtClean="0">
                        <a:latin typeface="Cambria Math" panose="02040503050406030204" pitchFamily="18" charset="0"/>
                        <a:ea typeface="Cambria Math" panose="02040503050406030204" pitchFamily="18" charset="0"/>
                      </a:rPr>
                      <m:t>𝝁</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𝟏</m:t>
                    </m:r>
                  </m:oMath>
                </a14:m>
                <a:r>
                  <a:rPr lang="en-GB" b="1" dirty="0"/>
                  <a:t> </a:t>
                </a:r>
                <a:r>
                  <a:rPr lang="en-GB" dirty="0">
                    <a:latin typeface="UCL Sans" pitchFamily="2" charset="0"/>
                  </a:rPr>
                  <a:t>for consistency with </a:t>
                </a:r>
                <a:r>
                  <a:rPr lang="en-GB" dirty="0" err="1">
                    <a:latin typeface="UCL Sans" pitchFamily="2" charset="0"/>
                  </a:rPr>
                  <a:t>MATSim</a:t>
                </a:r>
                <a:endParaRPr lang="en-GB" dirty="0">
                  <a:latin typeface="UCL Sans" pitchFamily="2" charset="0"/>
                </a:endParaRPr>
              </a:p>
            </p:txBody>
          </p:sp>
        </mc:Choice>
        <mc:Fallback xmlns="">
          <p:sp>
            <p:nvSpPr>
              <p:cNvPr id="7" name="TextBox 6">
                <a:extLst>
                  <a:ext uri="{FF2B5EF4-FFF2-40B4-BE49-F238E27FC236}">
                    <a16:creationId xmlns:a16="http://schemas.microsoft.com/office/drawing/2014/main" id="{5AA15C2B-EC50-DF6B-99B0-4653E9CC8323}"/>
                  </a:ext>
                </a:extLst>
              </p:cNvPr>
              <p:cNvSpPr txBox="1">
                <a:spLocks noRot="1" noChangeAspect="1" noMove="1" noResize="1" noEditPoints="1" noAdjustHandles="1" noChangeArrowheads="1" noChangeShapeType="1" noTextEdit="1"/>
              </p:cNvSpPr>
              <p:nvPr/>
            </p:nvSpPr>
            <p:spPr>
              <a:xfrm>
                <a:off x="967179" y="5375208"/>
                <a:ext cx="3692165" cy="276999"/>
              </a:xfrm>
              <a:prstGeom prst="rect">
                <a:avLst/>
              </a:prstGeom>
              <a:blipFill>
                <a:blip r:embed="rId4"/>
                <a:stretch>
                  <a:fillRect l="-2314" t="-26667" r="-3140" b="-53333"/>
                </a:stretch>
              </a:blipFill>
            </p:spPr>
            <p:txBody>
              <a:bodyPr/>
              <a:lstStyle/>
              <a:p>
                <a:r>
                  <a:rPr lang="en-GB">
                    <a:noFill/>
                  </a:rPr>
                  <a:t> </a:t>
                </a:r>
              </a:p>
            </p:txBody>
          </p:sp>
        </mc:Fallback>
      </mc:AlternateContent>
      <p:pic>
        <p:nvPicPr>
          <p:cNvPr id="20" name="Picture 19">
            <a:extLst>
              <a:ext uri="{FF2B5EF4-FFF2-40B4-BE49-F238E27FC236}">
                <a16:creationId xmlns:a16="http://schemas.microsoft.com/office/drawing/2014/main" id="{85DD5DF6-D3B4-42BA-45FA-2A368E5C43B9}"/>
              </a:ext>
            </a:extLst>
          </p:cNvPr>
          <p:cNvPicPr>
            <a:picLocks noChangeAspect="1"/>
          </p:cNvPicPr>
          <p:nvPr/>
        </p:nvPicPr>
        <p:blipFill>
          <a:blip r:embed="rId5"/>
          <a:stretch>
            <a:fillRect/>
          </a:stretch>
        </p:blipFill>
        <p:spPr>
          <a:xfrm>
            <a:off x="5591786" y="3601630"/>
            <a:ext cx="2999934" cy="2292275"/>
          </a:xfrm>
          <a:prstGeom prst="rect">
            <a:avLst/>
          </a:prstGeom>
        </p:spPr>
      </p:pic>
      <p:sp>
        <p:nvSpPr>
          <p:cNvPr id="21" name="TextBox 20">
            <a:extLst>
              <a:ext uri="{FF2B5EF4-FFF2-40B4-BE49-F238E27FC236}">
                <a16:creationId xmlns:a16="http://schemas.microsoft.com/office/drawing/2014/main" id="{1DE0014B-236B-842C-8298-1272E34EAFC6}"/>
              </a:ext>
            </a:extLst>
          </p:cNvPr>
          <p:cNvSpPr txBox="1"/>
          <p:nvPr/>
        </p:nvSpPr>
        <p:spPr>
          <a:xfrm>
            <a:off x="8975034" y="2984612"/>
            <a:ext cx="3045642" cy="646331"/>
          </a:xfrm>
          <a:prstGeom prst="rect">
            <a:avLst/>
          </a:prstGeom>
          <a:noFill/>
        </p:spPr>
        <p:txBody>
          <a:bodyPr wrap="none" rtlCol="0">
            <a:spAutoFit/>
          </a:bodyPr>
          <a:lstStyle/>
          <a:p>
            <a:r>
              <a:rPr lang="en-US" b="1" dirty="0">
                <a:solidFill>
                  <a:schemeClr val="accent1">
                    <a:lumMod val="60000"/>
                    <a:lumOff val="40000"/>
                  </a:schemeClr>
                </a:solidFill>
                <a:latin typeface="UCL Sans" pitchFamily="2" charset="0"/>
              </a:rPr>
              <a:t>Perfect flexibility</a:t>
            </a:r>
          </a:p>
          <a:p>
            <a:r>
              <a:rPr lang="en-US" b="1" dirty="0">
                <a:solidFill>
                  <a:schemeClr val="accent1">
                    <a:lumMod val="60000"/>
                    <a:lumOff val="40000"/>
                  </a:schemeClr>
                </a:solidFill>
                <a:latin typeface="UCL Sans" pitchFamily="2" charset="0"/>
              </a:rPr>
              <a:t>Zero cost to mode switch</a:t>
            </a:r>
            <a:endParaRPr lang="en-GB" b="1" dirty="0">
              <a:solidFill>
                <a:schemeClr val="accent1">
                  <a:lumMod val="60000"/>
                  <a:lumOff val="40000"/>
                </a:schemeClr>
              </a:solidFill>
              <a:latin typeface="UCL Sans" pitchFamily="2" charset="0"/>
            </a:endParaRPr>
          </a:p>
        </p:txBody>
      </p:sp>
      <p:sp>
        <p:nvSpPr>
          <p:cNvPr id="23" name="TextBox 22">
            <a:extLst>
              <a:ext uri="{FF2B5EF4-FFF2-40B4-BE49-F238E27FC236}">
                <a16:creationId xmlns:a16="http://schemas.microsoft.com/office/drawing/2014/main" id="{EFA4155F-85E3-BC8F-9B93-CDD1BCFDBB11}"/>
              </a:ext>
            </a:extLst>
          </p:cNvPr>
          <p:cNvSpPr txBox="1"/>
          <p:nvPr/>
        </p:nvSpPr>
        <p:spPr>
          <a:xfrm>
            <a:off x="8975034" y="4650483"/>
            <a:ext cx="3251127" cy="923330"/>
          </a:xfrm>
          <a:prstGeom prst="rect">
            <a:avLst/>
          </a:prstGeom>
          <a:noFill/>
        </p:spPr>
        <p:txBody>
          <a:bodyPr wrap="square" rtlCol="0">
            <a:spAutoFit/>
          </a:bodyPr>
          <a:lstStyle/>
          <a:p>
            <a:r>
              <a:rPr lang="en-US" b="1" dirty="0">
                <a:solidFill>
                  <a:schemeClr val="accent1">
                    <a:lumMod val="60000"/>
                    <a:lumOff val="40000"/>
                  </a:schemeClr>
                </a:solidFill>
                <a:latin typeface="UCL Sans" pitchFamily="2" charset="0"/>
              </a:rPr>
              <a:t>Near-zero flexibility</a:t>
            </a:r>
          </a:p>
          <a:p>
            <a:r>
              <a:rPr lang="en-US" b="1" dirty="0">
                <a:solidFill>
                  <a:schemeClr val="accent1">
                    <a:lumMod val="60000"/>
                    <a:lumOff val="40000"/>
                  </a:schemeClr>
                </a:solidFill>
                <a:latin typeface="UCL Sans" pitchFamily="2" charset="0"/>
              </a:rPr>
              <a:t>Mode switch cost asymptotically large</a:t>
            </a:r>
            <a:endParaRPr lang="en-GB" b="1" dirty="0">
              <a:solidFill>
                <a:schemeClr val="accent1">
                  <a:lumMod val="60000"/>
                  <a:lumOff val="40000"/>
                </a:schemeClr>
              </a:solidFill>
              <a:latin typeface="UCL Sans" pitchFamily="2" charset="0"/>
            </a:endParaRPr>
          </a:p>
        </p:txBody>
      </p:sp>
      <p:cxnSp>
        <p:nvCxnSpPr>
          <p:cNvPr id="25" name="Straight Arrow Connector 24">
            <a:extLst>
              <a:ext uri="{FF2B5EF4-FFF2-40B4-BE49-F238E27FC236}">
                <a16:creationId xmlns:a16="http://schemas.microsoft.com/office/drawing/2014/main" id="{BC172ECE-CE45-CD0F-7A71-24A158171232}"/>
              </a:ext>
            </a:extLst>
          </p:cNvPr>
          <p:cNvCxnSpPr>
            <a:stCxn id="21" idx="1"/>
          </p:cNvCxnSpPr>
          <p:nvPr/>
        </p:nvCxnSpPr>
        <p:spPr>
          <a:xfrm flipH="1">
            <a:off x="6096000" y="3307778"/>
            <a:ext cx="2879034" cy="3231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762923E0-AEFA-8962-8B3A-8D5B2D28B300}"/>
              </a:ext>
            </a:extLst>
          </p:cNvPr>
          <p:cNvCxnSpPr>
            <a:cxnSpLocks/>
          </p:cNvCxnSpPr>
          <p:nvPr/>
        </p:nvCxnSpPr>
        <p:spPr>
          <a:xfrm flipH="1">
            <a:off x="8420100" y="4886960"/>
            <a:ext cx="554934" cy="5021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3868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7949029-1A16-0D5B-A72A-A623ED11AD70}"/>
              </a:ext>
            </a:extLst>
          </p:cNvPr>
          <p:cNvSpPr>
            <a:spLocks noGrp="1"/>
          </p:cNvSpPr>
          <p:nvPr>
            <p:ph type="body" sz="half" idx="2"/>
          </p:nvPr>
        </p:nvSpPr>
        <p:spPr>
          <a:xfrm>
            <a:off x="409575" y="421180"/>
            <a:ext cx="11599545" cy="1560910"/>
          </a:xfrm>
        </p:spPr>
        <p:txBody>
          <a:bodyPr/>
          <a:lstStyle/>
          <a:p>
            <a:r>
              <a:rPr lang="en-US" dirty="0"/>
              <a:t>Case study: car dependence in the East of England</a:t>
            </a:r>
            <a:endParaRPr lang="en-GB" dirty="0"/>
          </a:p>
        </p:txBody>
      </p:sp>
      <p:sp>
        <p:nvSpPr>
          <p:cNvPr id="4" name="Content Placeholder 3">
            <a:extLst>
              <a:ext uri="{FF2B5EF4-FFF2-40B4-BE49-F238E27FC236}">
                <a16:creationId xmlns:a16="http://schemas.microsoft.com/office/drawing/2014/main" id="{C143AEFA-6725-F6B7-E151-8217E001CB28}"/>
              </a:ext>
            </a:extLst>
          </p:cNvPr>
          <p:cNvSpPr>
            <a:spLocks noGrp="1"/>
          </p:cNvSpPr>
          <p:nvPr>
            <p:ph sz="half" idx="1"/>
          </p:nvPr>
        </p:nvSpPr>
        <p:spPr/>
        <p:txBody>
          <a:bodyPr/>
          <a:lstStyle/>
          <a:p>
            <a:r>
              <a:rPr lang="en-US" sz="2000" b="1" dirty="0">
                <a:solidFill>
                  <a:schemeClr val="accent1">
                    <a:lumMod val="60000"/>
                    <a:lumOff val="40000"/>
                  </a:schemeClr>
                </a:solidFill>
              </a:rPr>
              <a:t>Data: BERTIE (Behaviour and Transport: Impact and Equity)</a:t>
            </a:r>
          </a:p>
          <a:p>
            <a:pPr marL="57150" indent="-285750">
              <a:buFont typeface="Arial" panose="020B0604020202020204" pitchFamily="34" charset="0"/>
              <a:buChar char="•"/>
            </a:pPr>
            <a:r>
              <a:rPr lang="en-US" dirty="0"/>
              <a:t>Developed by Transport East and Arup</a:t>
            </a:r>
          </a:p>
          <a:p>
            <a:pPr marL="57150" indent="-285750">
              <a:buFont typeface="Arial" panose="020B0604020202020204" pitchFamily="34" charset="0"/>
              <a:buChar char="•"/>
            </a:pPr>
            <a:r>
              <a:rPr lang="en-US" sz="1800" dirty="0"/>
              <a:t>10% representative synthetic population</a:t>
            </a:r>
          </a:p>
          <a:p>
            <a:pPr marL="57150" indent="-285750">
              <a:buFont typeface="Arial" panose="020B0604020202020204" pitchFamily="34" charset="0"/>
              <a:buChar char="•"/>
            </a:pPr>
            <a:r>
              <a:rPr lang="en-US" sz="1800" dirty="0"/>
              <a:t>Activity and agent-based </a:t>
            </a:r>
            <a:r>
              <a:rPr lang="en-US" sz="1800" dirty="0" err="1"/>
              <a:t>MATSim</a:t>
            </a:r>
            <a:r>
              <a:rPr lang="en-US" sz="1800" dirty="0"/>
              <a:t> model of East of England</a:t>
            </a:r>
          </a:p>
        </p:txBody>
      </p:sp>
      <p:sp>
        <p:nvSpPr>
          <p:cNvPr id="6" name="Content Placeholder 5">
            <a:extLst>
              <a:ext uri="{FF2B5EF4-FFF2-40B4-BE49-F238E27FC236}">
                <a16:creationId xmlns:a16="http://schemas.microsoft.com/office/drawing/2014/main" id="{EDC4CD28-D351-3CCB-F6C3-D54E7BCEBA7B}"/>
              </a:ext>
            </a:extLst>
          </p:cNvPr>
          <p:cNvSpPr>
            <a:spLocks noGrp="1"/>
          </p:cNvSpPr>
          <p:nvPr>
            <p:ph sz="half" idx="12"/>
          </p:nvPr>
        </p:nvSpPr>
        <p:spPr/>
        <p:txBody>
          <a:bodyPr/>
          <a:lstStyle/>
          <a:p>
            <a:r>
              <a:rPr lang="en-US" sz="2000" b="1" dirty="0">
                <a:solidFill>
                  <a:schemeClr val="accent1">
                    <a:lumMod val="60000"/>
                    <a:lumOff val="40000"/>
                  </a:schemeClr>
                </a:solidFill>
              </a:rPr>
              <a:t>RQ: To what extant can agents who travel by car reduce their car use?</a:t>
            </a:r>
          </a:p>
          <a:p>
            <a:pPr marL="342900" indent="-342900">
              <a:buFont typeface="Arial" panose="020B0604020202020204" pitchFamily="34" charset="0"/>
              <a:buChar char="•"/>
            </a:pPr>
            <a:r>
              <a:rPr lang="en-US" dirty="0"/>
              <a:t>Select agents with car in selected plan </a:t>
            </a:r>
            <a:r>
              <a:rPr lang="en-US" b="1" dirty="0"/>
              <a:t>(57%)</a:t>
            </a:r>
          </a:p>
          <a:p>
            <a:pPr marL="342900" indent="-342900">
              <a:buFont typeface="Arial" panose="020B0604020202020204" pitchFamily="34" charset="0"/>
              <a:buChar char="•"/>
            </a:pPr>
            <a:r>
              <a:rPr lang="en-US" dirty="0"/>
              <a:t>Identify best alternative plan that reduces car use (by distance)</a:t>
            </a:r>
          </a:p>
          <a:p>
            <a:pPr marL="342900" indent="-342900">
              <a:buFont typeface="Arial" panose="020B0604020202020204" pitchFamily="34" charset="0"/>
              <a:buChar char="•"/>
            </a:pPr>
            <a:r>
              <a:rPr lang="en-US" dirty="0"/>
              <a:t>Compare utilities and transform to find </a:t>
            </a:r>
            <a:r>
              <a:rPr lang="en-US" b="1" dirty="0"/>
              <a:t>F</a:t>
            </a:r>
          </a:p>
          <a:p>
            <a:pPr marL="342900" indent="-342900">
              <a:buFont typeface="Arial" panose="020B0604020202020204" pitchFamily="34" charset="0"/>
              <a:buChar char="•"/>
            </a:pPr>
            <a:r>
              <a:rPr lang="en-US" dirty="0"/>
              <a:t>Weight </a:t>
            </a:r>
            <a:r>
              <a:rPr lang="en-US" b="1" dirty="0"/>
              <a:t>F</a:t>
            </a:r>
            <a:r>
              <a:rPr lang="en-US" dirty="0"/>
              <a:t> by proportion of car reduction</a:t>
            </a:r>
          </a:p>
          <a:p>
            <a:pPr marL="342900" indent="-342900">
              <a:buFont typeface="Arial" panose="020B0604020202020204" pitchFamily="34" charset="0"/>
              <a:buChar char="•"/>
            </a:pPr>
            <a:r>
              <a:rPr lang="en-US" dirty="0"/>
              <a:t>Validate results against </a:t>
            </a:r>
            <a:r>
              <a:rPr lang="en-US" dirty="0" err="1"/>
              <a:t>DfT</a:t>
            </a:r>
            <a:r>
              <a:rPr lang="en-US" dirty="0"/>
              <a:t> Connectivity (the “</a:t>
            </a:r>
            <a:r>
              <a:rPr lang="en-US" i="1" dirty="0"/>
              <a:t>national measure of connectivity</a:t>
            </a:r>
            <a:r>
              <a:rPr lang="en-US" dirty="0"/>
              <a:t>”)</a:t>
            </a:r>
          </a:p>
          <a:p>
            <a:pPr marL="285750" indent="-285750">
              <a:buFont typeface="Arial" panose="020B0604020202020204" pitchFamily="34" charset="0"/>
              <a:buChar char="•"/>
            </a:pPr>
            <a:endParaRPr lang="en-GB" dirty="0"/>
          </a:p>
        </p:txBody>
      </p:sp>
      <p:pic>
        <p:nvPicPr>
          <p:cNvPr id="9" name="Picture 8" descr="Transport East">
            <a:extLst>
              <a:ext uri="{FF2B5EF4-FFF2-40B4-BE49-F238E27FC236}">
                <a16:creationId xmlns:a16="http://schemas.microsoft.com/office/drawing/2014/main" id="{FC120CAE-443F-8B7B-6B43-40C5B3A7B87B}"/>
              </a:ext>
            </a:extLst>
          </p:cNvPr>
          <p:cNvPicPr>
            <a:picLocks noChangeAspect="1"/>
          </p:cNvPicPr>
          <p:nvPr/>
        </p:nvPicPr>
        <p:blipFill>
          <a:blip r:embed="rId3"/>
          <a:stretch>
            <a:fillRect/>
          </a:stretch>
        </p:blipFill>
        <p:spPr>
          <a:xfrm>
            <a:off x="446079" y="5062934"/>
            <a:ext cx="2751246" cy="764384"/>
          </a:xfrm>
          <a:prstGeom prst="rect">
            <a:avLst/>
          </a:prstGeom>
        </p:spPr>
      </p:pic>
      <p:pic>
        <p:nvPicPr>
          <p:cNvPr id="11" name="Picture 10">
            <a:extLst>
              <a:ext uri="{FF2B5EF4-FFF2-40B4-BE49-F238E27FC236}">
                <a16:creationId xmlns:a16="http://schemas.microsoft.com/office/drawing/2014/main" id="{11D24E44-07C1-1BE0-BAAD-2B6572E76176}"/>
              </a:ext>
            </a:extLst>
          </p:cNvPr>
          <p:cNvPicPr>
            <a:picLocks noChangeAspect="1"/>
          </p:cNvPicPr>
          <p:nvPr/>
        </p:nvPicPr>
        <p:blipFill>
          <a:blip r:embed="rId4"/>
          <a:stretch>
            <a:fillRect/>
          </a:stretch>
        </p:blipFill>
        <p:spPr>
          <a:xfrm>
            <a:off x="3352010" y="5181061"/>
            <a:ext cx="1508140" cy="400612"/>
          </a:xfrm>
          <a:prstGeom prst="rect">
            <a:avLst/>
          </a:prstGeom>
        </p:spPr>
      </p:pic>
    </p:spTree>
    <p:extLst>
      <p:ext uri="{BB962C8B-B14F-4D97-AF65-F5344CB8AC3E}">
        <p14:creationId xmlns:p14="http://schemas.microsoft.com/office/powerpoint/2010/main" val="4127830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ACA72-E4EF-8BB2-BE48-FBB315AC493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241ED41-5CAF-F3BE-26E7-8030236E3414}"/>
              </a:ext>
            </a:extLst>
          </p:cNvPr>
          <p:cNvSpPr>
            <a:spLocks noGrp="1"/>
          </p:cNvSpPr>
          <p:nvPr>
            <p:ph type="ctrTitle"/>
          </p:nvPr>
        </p:nvSpPr>
        <p:spPr>
          <a:xfrm>
            <a:off x="456564" y="409575"/>
            <a:ext cx="11735436" cy="1242244"/>
          </a:xfrm>
        </p:spPr>
        <p:txBody>
          <a:bodyPr/>
          <a:lstStyle/>
          <a:p>
            <a:r>
              <a:rPr lang="en-US" dirty="0"/>
              <a:t>Results: flexibility distribution</a:t>
            </a:r>
            <a:endParaRPr lang="en-GB" dirty="0"/>
          </a:p>
        </p:txBody>
      </p:sp>
      <p:sp>
        <p:nvSpPr>
          <p:cNvPr id="3" name="Picture Placeholder 2">
            <a:extLst>
              <a:ext uri="{FF2B5EF4-FFF2-40B4-BE49-F238E27FC236}">
                <a16:creationId xmlns:a16="http://schemas.microsoft.com/office/drawing/2014/main" id="{6BD9FD7B-22EE-988A-BB25-3DA851D6F21B}"/>
              </a:ext>
            </a:extLst>
          </p:cNvPr>
          <p:cNvSpPr>
            <a:spLocks noGrp="1"/>
          </p:cNvSpPr>
          <p:nvPr>
            <p:ph type="pic" sz="quarter" idx="13"/>
          </p:nvPr>
        </p:nvSpPr>
        <p:spPr/>
        <p:txBody>
          <a:bodyPr/>
          <a:lstStyle/>
          <a:p>
            <a:endParaRPr lang="en-GB"/>
          </a:p>
        </p:txBody>
      </p:sp>
      <p:sp>
        <p:nvSpPr>
          <p:cNvPr id="2" name="Text Placeholder 1">
            <a:extLst>
              <a:ext uri="{FF2B5EF4-FFF2-40B4-BE49-F238E27FC236}">
                <a16:creationId xmlns:a16="http://schemas.microsoft.com/office/drawing/2014/main" id="{1D1DD927-885A-BE0D-D017-6BE99E3D554E}"/>
              </a:ext>
            </a:extLst>
          </p:cNvPr>
          <p:cNvSpPr>
            <a:spLocks noGrp="1"/>
          </p:cNvSpPr>
          <p:nvPr>
            <p:ph type="body" sz="quarter" idx="11"/>
          </p:nvPr>
        </p:nvSpPr>
        <p:spPr>
          <a:xfrm>
            <a:off x="6499654" y="2046440"/>
            <a:ext cx="5281183" cy="3398685"/>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3A1857">
                    <a:lumMod val="60000"/>
                    <a:lumOff val="40000"/>
                  </a:srgbClr>
                </a:solidFill>
                <a:effectLst/>
                <a:uLnTx/>
                <a:uFillTx/>
                <a:latin typeface="UCL Sans" pitchFamily="2" charset="0"/>
                <a:ea typeface="+mn-ea"/>
                <a:cs typeface="+mn-cs"/>
              </a:rPr>
              <a:t>34% </a:t>
            </a:r>
            <a:r>
              <a:rPr kumimoji="0" lang="en-US" sz="1800" b="0" i="0" u="none" strike="noStrike" kern="1200" cap="none" spc="0" normalizeH="0" baseline="0" noProof="0" dirty="0">
                <a:ln>
                  <a:noFill/>
                </a:ln>
                <a:solidFill>
                  <a:srgbClr val="3A1857">
                    <a:lumMod val="60000"/>
                    <a:lumOff val="40000"/>
                  </a:srgbClr>
                </a:solidFill>
                <a:effectLst/>
                <a:uLnTx/>
                <a:uFillTx/>
                <a:latin typeface="UCL Sans" pitchFamily="2" charset="0"/>
                <a:ea typeface="+mn-ea"/>
                <a:cs typeface="+mn-cs"/>
              </a:rPr>
              <a:t>agents have </a:t>
            </a:r>
            <a:r>
              <a:rPr kumimoji="0" lang="en-US" sz="1800" b="1" i="0" u="none" strike="noStrike" kern="1200" cap="none" spc="0" normalizeH="0" baseline="0" noProof="0" dirty="0">
                <a:ln>
                  <a:noFill/>
                </a:ln>
                <a:solidFill>
                  <a:srgbClr val="3A1857">
                    <a:lumMod val="60000"/>
                    <a:lumOff val="40000"/>
                  </a:srgbClr>
                </a:solidFill>
                <a:effectLst/>
                <a:uLnTx/>
                <a:uFillTx/>
                <a:latin typeface="UCL Sans" pitchFamily="2" charset="0"/>
                <a:ea typeface="+mn-ea"/>
                <a:cs typeface="+mn-cs"/>
              </a:rPr>
              <a:t>ΔU &lt; 10 utils</a:t>
            </a:r>
            <a:endParaRPr kumimoji="0" lang="en-US" sz="1800" b="0" i="0" u="none" strike="noStrike" kern="1200" cap="none" spc="0" normalizeH="0" baseline="0" noProof="0" dirty="0">
              <a:ln>
                <a:noFill/>
              </a:ln>
              <a:solidFill>
                <a:srgbClr val="3A1857">
                  <a:lumMod val="60000"/>
                  <a:lumOff val="40000"/>
                </a:srgbClr>
              </a:solidFill>
              <a:effectLst/>
              <a:uLnTx/>
              <a:uFillTx/>
              <a:latin typeface="UCL Sans" pitchFamily="2" charset="0"/>
              <a:ea typeface="+mn-ea"/>
              <a:cs typeface="+mn-cs"/>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UCL Sans" pitchFamily="2" charset="0"/>
                <a:ea typeface="+mn-ea"/>
                <a:cs typeface="+mn-cs"/>
              </a:rPr>
              <a:t>Many agents have a decent car-reducing alternative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UCL Sans" pitchFamily="2"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3A1857">
                    <a:lumMod val="60000"/>
                    <a:lumOff val="40000"/>
                  </a:srgbClr>
                </a:solidFill>
                <a:effectLst/>
                <a:uLnTx/>
                <a:uFillTx/>
                <a:latin typeface="UCL Sans" pitchFamily="2" charset="0"/>
                <a:ea typeface="+mn-ea"/>
                <a:cs typeface="+mn-cs"/>
              </a:rPr>
              <a:t>5% </a:t>
            </a:r>
            <a:r>
              <a:rPr kumimoji="0" lang="en-US" sz="1800" b="0" i="0" u="none" strike="noStrike" kern="1200" cap="none" spc="0" normalizeH="0" baseline="0" noProof="0" dirty="0">
                <a:ln>
                  <a:noFill/>
                </a:ln>
                <a:solidFill>
                  <a:srgbClr val="3A1857">
                    <a:lumMod val="60000"/>
                    <a:lumOff val="40000"/>
                  </a:srgbClr>
                </a:solidFill>
                <a:effectLst/>
                <a:uLnTx/>
                <a:uFillTx/>
                <a:latin typeface="UCL Sans" pitchFamily="2" charset="0"/>
                <a:ea typeface="+mn-ea"/>
                <a:cs typeface="+mn-cs"/>
              </a:rPr>
              <a:t>agents have </a:t>
            </a:r>
            <a:r>
              <a:rPr kumimoji="0" lang="en-US" sz="1800" b="1" i="0" u="none" strike="noStrike" kern="1200" cap="none" spc="0" normalizeH="0" baseline="0" noProof="0" dirty="0">
                <a:ln>
                  <a:noFill/>
                </a:ln>
                <a:solidFill>
                  <a:srgbClr val="3A1857">
                    <a:lumMod val="60000"/>
                    <a:lumOff val="40000"/>
                  </a:srgbClr>
                </a:solidFill>
                <a:effectLst/>
                <a:uLnTx/>
                <a:uFillTx/>
                <a:latin typeface="UCL Sans" pitchFamily="2" charset="0"/>
                <a:ea typeface="+mn-ea"/>
                <a:cs typeface="+mn-cs"/>
              </a:rPr>
              <a:t>ΔU &gt; 100 utils</a:t>
            </a:r>
            <a:endParaRPr kumimoji="0" lang="en-US" sz="1800" b="0" i="0" u="none" strike="noStrike" kern="1200" cap="none" spc="0" normalizeH="0" baseline="0" noProof="0" dirty="0">
              <a:ln>
                <a:noFill/>
              </a:ln>
              <a:solidFill>
                <a:srgbClr val="3A1857">
                  <a:lumMod val="60000"/>
                  <a:lumOff val="40000"/>
                </a:srgbClr>
              </a:solidFill>
              <a:effectLst/>
              <a:uLnTx/>
              <a:uFillTx/>
              <a:latin typeface="UCL Sans" pitchFamily="2" charset="0"/>
              <a:ea typeface="+mn-ea"/>
              <a:cs typeface="+mn-cs"/>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UCL Sans" pitchFamily="2" charset="0"/>
                <a:ea typeface="+mn-ea"/>
                <a:cs typeface="+mn-cs"/>
              </a:rPr>
              <a:t>Some agents  have only very poor car-reducing alternatives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UCL Sans" pitchFamily="2"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UCL Sans" pitchFamily="2" charset="0"/>
              <a:ea typeface="+mn-ea"/>
              <a:cs typeface="+mn-cs"/>
            </a:endParaRPr>
          </a:p>
          <a:p>
            <a:endParaRPr lang="en-GB" dirty="0"/>
          </a:p>
        </p:txBody>
      </p:sp>
      <p:pic>
        <p:nvPicPr>
          <p:cNvPr id="5" name="Picture 4">
            <a:extLst>
              <a:ext uri="{FF2B5EF4-FFF2-40B4-BE49-F238E27FC236}">
                <a16:creationId xmlns:a16="http://schemas.microsoft.com/office/drawing/2014/main" id="{F455AA93-8715-04D5-A118-A5DBFF67E5DD}"/>
              </a:ext>
            </a:extLst>
          </p:cNvPr>
          <p:cNvPicPr>
            <a:picLocks noChangeAspect="1"/>
          </p:cNvPicPr>
          <p:nvPr/>
        </p:nvPicPr>
        <p:blipFill>
          <a:blip r:embed="rId2"/>
          <a:stretch>
            <a:fillRect/>
          </a:stretch>
        </p:blipFill>
        <p:spPr>
          <a:xfrm>
            <a:off x="289114" y="1651819"/>
            <a:ext cx="5592702" cy="3696871"/>
          </a:xfrm>
          <a:prstGeom prst="rect">
            <a:avLst/>
          </a:prstGeom>
        </p:spPr>
      </p:pic>
    </p:spTree>
    <p:extLst>
      <p:ext uri="{BB962C8B-B14F-4D97-AF65-F5344CB8AC3E}">
        <p14:creationId xmlns:p14="http://schemas.microsoft.com/office/powerpoint/2010/main" val="326275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C0221F-4168-9BE7-45B0-943695B83003}"/>
              </a:ext>
            </a:extLst>
          </p:cNvPr>
          <p:cNvSpPr>
            <a:spLocks noGrp="1"/>
          </p:cNvSpPr>
          <p:nvPr>
            <p:ph type="ctrTitle"/>
          </p:nvPr>
        </p:nvSpPr>
        <p:spPr>
          <a:xfrm>
            <a:off x="409576" y="409575"/>
            <a:ext cx="11619864" cy="1009650"/>
          </a:xfrm>
        </p:spPr>
        <p:txBody>
          <a:bodyPr/>
          <a:lstStyle/>
          <a:p>
            <a:r>
              <a:rPr lang="en-US" dirty="0"/>
              <a:t>Results: flexibility distribution</a:t>
            </a:r>
            <a:endParaRPr lang="en-GB" dirty="0"/>
          </a:p>
        </p:txBody>
      </p:sp>
      <p:sp>
        <p:nvSpPr>
          <p:cNvPr id="9" name="TextBox 8">
            <a:extLst>
              <a:ext uri="{FF2B5EF4-FFF2-40B4-BE49-F238E27FC236}">
                <a16:creationId xmlns:a16="http://schemas.microsoft.com/office/drawing/2014/main" id="{218B3824-A341-EE61-2980-2ED96CE5463E}"/>
              </a:ext>
            </a:extLst>
          </p:cNvPr>
          <p:cNvSpPr txBox="1"/>
          <p:nvPr/>
        </p:nvSpPr>
        <p:spPr>
          <a:xfrm>
            <a:off x="409576" y="5138979"/>
            <a:ext cx="8207495" cy="1200329"/>
          </a:xfrm>
          <a:prstGeom prst="rect">
            <a:avLst/>
          </a:prstGeom>
          <a:noFill/>
        </p:spPr>
        <p:txBody>
          <a:bodyPr wrap="square" rtlCol="0">
            <a:spAutoFit/>
          </a:bodyPr>
          <a:lstStyle/>
          <a:p>
            <a:r>
              <a:rPr lang="en-US" b="1" dirty="0">
                <a:solidFill>
                  <a:schemeClr val="accent1">
                    <a:lumMod val="60000"/>
                    <a:lumOff val="40000"/>
                  </a:schemeClr>
                </a:solidFill>
                <a:latin typeface="UCL Sans" pitchFamily="2" charset="0"/>
              </a:rPr>
              <a:t>94% </a:t>
            </a:r>
            <a:r>
              <a:rPr lang="en-US" dirty="0">
                <a:solidFill>
                  <a:schemeClr val="accent1">
                    <a:lumMod val="60000"/>
                    <a:lumOff val="40000"/>
                  </a:schemeClr>
                </a:solidFill>
                <a:latin typeface="UCL Sans" pitchFamily="2" charset="0"/>
              </a:rPr>
              <a:t>agents have </a:t>
            </a:r>
            <a:r>
              <a:rPr lang="en-US" b="1" dirty="0">
                <a:solidFill>
                  <a:schemeClr val="accent1">
                    <a:lumMod val="60000"/>
                    <a:lumOff val="40000"/>
                  </a:schemeClr>
                </a:solidFill>
                <a:latin typeface="UCL Sans" pitchFamily="2" charset="0"/>
              </a:rPr>
              <a:t>F &lt; 0.05 </a:t>
            </a:r>
            <a:r>
              <a:rPr lang="en-US" dirty="0">
                <a:solidFill>
                  <a:schemeClr val="accent1">
                    <a:lumMod val="60000"/>
                    <a:lumOff val="40000"/>
                  </a:schemeClr>
                </a:solidFill>
                <a:latin typeface="UCL Sans" pitchFamily="2" charset="0"/>
              </a:rPr>
              <a:t>at</a:t>
            </a:r>
            <a:r>
              <a:rPr lang="en-US" b="1" dirty="0">
                <a:solidFill>
                  <a:schemeClr val="accent1">
                    <a:lumMod val="60000"/>
                    <a:lumOff val="40000"/>
                  </a:schemeClr>
                </a:solidFill>
                <a:latin typeface="UCL Sans" pitchFamily="2" charset="0"/>
              </a:rPr>
              <a:t> </a:t>
            </a:r>
            <a:r>
              <a:rPr lang="en-GB" b="1" dirty="0">
                <a:solidFill>
                  <a:schemeClr val="accent1">
                    <a:lumMod val="60000"/>
                    <a:lumOff val="40000"/>
                  </a:schemeClr>
                </a:solidFill>
                <a:latin typeface="UCL Sans" pitchFamily="2" charset="0"/>
              </a:rPr>
              <a:t>μ = 1</a:t>
            </a:r>
            <a:endParaRPr lang="en-US" b="1" dirty="0">
              <a:solidFill>
                <a:schemeClr val="accent1">
                  <a:lumMod val="60000"/>
                  <a:lumOff val="40000"/>
                </a:schemeClr>
              </a:solidFill>
              <a:latin typeface="UCL Sans" pitchFamily="2" charset="0"/>
            </a:endParaRPr>
          </a:p>
          <a:p>
            <a:r>
              <a:rPr lang="en-US" b="1" dirty="0">
                <a:solidFill>
                  <a:schemeClr val="accent1">
                    <a:lumMod val="60000"/>
                    <a:lumOff val="40000"/>
                  </a:schemeClr>
                </a:solidFill>
                <a:latin typeface="UCL Sans" pitchFamily="2" charset="0"/>
              </a:rPr>
              <a:t>0.2% </a:t>
            </a:r>
            <a:r>
              <a:rPr lang="en-US" dirty="0">
                <a:solidFill>
                  <a:schemeClr val="accent1">
                    <a:lumMod val="60000"/>
                    <a:lumOff val="40000"/>
                  </a:schemeClr>
                </a:solidFill>
                <a:latin typeface="UCL Sans" pitchFamily="2" charset="0"/>
              </a:rPr>
              <a:t>agents have </a:t>
            </a:r>
            <a:r>
              <a:rPr lang="en-US" b="1" dirty="0">
                <a:solidFill>
                  <a:schemeClr val="accent1">
                    <a:lumMod val="60000"/>
                    <a:lumOff val="40000"/>
                  </a:schemeClr>
                </a:solidFill>
                <a:latin typeface="UCL Sans" pitchFamily="2" charset="0"/>
              </a:rPr>
              <a:t>F &gt; 0.45 </a:t>
            </a:r>
            <a:r>
              <a:rPr lang="en-US" dirty="0">
                <a:solidFill>
                  <a:schemeClr val="accent1">
                    <a:lumMod val="60000"/>
                    <a:lumOff val="40000"/>
                  </a:schemeClr>
                </a:solidFill>
                <a:latin typeface="UCL Sans" pitchFamily="2" charset="0"/>
              </a:rPr>
              <a:t>at</a:t>
            </a:r>
            <a:r>
              <a:rPr lang="en-US" b="1" dirty="0">
                <a:solidFill>
                  <a:schemeClr val="accent1">
                    <a:lumMod val="60000"/>
                    <a:lumOff val="40000"/>
                  </a:schemeClr>
                </a:solidFill>
                <a:latin typeface="UCL Sans" pitchFamily="2" charset="0"/>
              </a:rPr>
              <a:t> </a:t>
            </a:r>
            <a:r>
              <a:rPr lang="en-GB" b="1" dirty="0">
                <a:solidFill>
                  <a:schemeClr val="accent1">
                    <a:lumMod val="60000"/>
                    <a:lumOff val="40000"/>
                  </a:schemeClr>
                </a:solidFill>
                <a:latin typeface="UCL Sans" pitchFamily="2" charset="0"/>
              </a:rPr>
              <a:t>μ = 1</a:t>
            </a:r>
            <a:endParaRPr lang="en-US" b="1" dirty="0">
              <a:solidFill>
                <a:schemeClr val="accent1">
                  <a:lumMod val="60000"/>
                  <a:lumOff val="40000"/>
                </a:schemeClr>
              </a:solidFill>
              <a:latin typeface="UCL Sans" pitchFamily="2" charset="0"/>
            </a:endParaRPr>
          </a:p>
          <a:p>
            <a:pPr marL="285750" indent="-285750">
              <a:buFont typeface="Arial" panose="020B0604020202020204" pitchFamily="34" charset="0"/>
              <a:buChar char="•"/>
            </a:pPr>
            <a:r>
              <a:rPr lang="en-GB" dirty="0">
                <a:latin typeface="UCL Sans" pitchFamily="2" charset="0"/>
              </a:rPr>
              <a:t>Choice of μ influences shape of distribution</a:t>
            </a:r>
          </a:p>
          <a:p>
            <a:pPr marL="285750" indent="-285750">
              <a:buFont typeface="Arial" panose="020B0604020202020204" pitchFamily="34" charset="0"/>
              <a:buChar char="•"/>
            </a:pPr>
            <a:endParaRPr lang="en-GB" dirty="0">
              <a:latin typeface="UCL Sans" pitchFamily="2" charset="0"/>
            </a:endParaRPr>
          </a:p>
        </p:txBody>
      </p:sp>
      <p:pic>
        <p:nvPicPr>
          <p:cNvPr id="14" name="Picture 13">
            <a:extLst>
              <a:ext uri="{FF2B5EF4-FFF2-40B4-BE49-F238E27FC236}">
                <a16:creationId xmlns:a16="http://schemas.microsoft.com/office/drawing/2014/main" id="{A278D327-585D-27F5-0AD0-D1DD5ECED202}"/>
              </a:ext>
            </a:extLst>
          </p:cNvPr>
          <p:cNvPicPr>
            <a:picLocks noChangeAspect="1"/>
          </p:cNvPicPr>
          <p:nvPr/>
        </p:nvPicPr>
        <p:blipFill>
          <a:blip r:embed="rId2"/>
          <a:stretch>
            <a:fillRect/>
          </a:stretch>
        </p:blipFill>
        <p:spPr>
          <a:xfrm>
            <a:off x="409576" y="1251935"/>
            <a:ext cx="5619750" cy="3714750"/>
          </a:xfrm>
          <a:prstGeom prst="rect">
            <a:avLst/>
          </a:prstGeom>
        </p:spPr>
      </p:pic>
      <p:pic>
        <p:nvPicPr>
          <p:cNvPr id="20" name="Picture 19">
            <a:extLst>
              <a:ext uri="{FF2B5EF4-FFF2-40B4-BE49-F238E27FC236}">
                <a16:creationId xmlns:a16="http://schemas.microsoft.com/office/drawing/2014/main" id="{54D258A7-FB4E-50D9-87DD-8418906EF285}"/>
              </a:ext>
            </a:extLst>
          </p:cNvPr>
          <p:cNvPicPr>
            <a:picLocks noChangeAspect="1"/>
          </p:cNvPicPr>
          <p:nvPr/>
        </p:nvPicPr>
        <p:blipFill>
          <a:blip r:embed="rId3"/>
          <a:stretch>
            <a:fillRect/>
          </a:stretch>
        </p:blipFill>
        <p:spPr>
          <a:xfrm>
            <a:off x="6162675" y="1209160"/>
            <a:ext cx="5699075" cy="3757525"/>
          </a:xfrm>
          <a:prstGeom prst="rect">
            <a:avLst/>
          </a:prstGeom>
        </p:spPr>
      </p:pic>
      <p:cxnSp>
        <p:nvCxnSpPr>
          <p:cNvPr id="22" name="Straight Arrow Connector 21">
            <a:extLst>
              <a:ext uri="{FF2B5EF4-FFF2-40B4-BE49-F238E27FC236}">
                <a16:creationId xmlns:a16="http://schemas.microsoft.com/office/drawing/2014/main" id="{3B29B320-4D42-5E56-A008-C06BF54A751E}"/>
              </a:ext>
            </a:extLst>
          </p:cNvPr>
          <p:cNvCxnSpPr>
            <a:cxnSpLocks/>
          </p:cNvCxnSpPr>
          <p:nvPr/>
        </p:nvCxnSpPr>
        <p:spPr>
          <a:xfrm flipV="1">
            <a:off x="1535596" y="3548270"/>
            <a:ext cx="5208104" cy="720587"/>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24386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B38DD2D-0D49-AA38-0979-7E6FEA73E76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0FB41B4-9B3C-E494-1453-143312594649}"/>
              </a:ext>
            </a:extLst>
          </p:cNvPr>
          <p:cNvSpPr>
            <a:spLocks noGrp="1"/>
          </p:cNvSpPr>
          <p:nvPr>
            <p:ph type="ctrTitle"/>
          </p:nvPr>
        </p:nvSpPr>
        <p:spPr>
          <a:xfrm>
            <a:off x="409576" y="409575"/>
            <a:ext cx="11619864" cy="1009650"/>
          </a:xfrm>
        </p:spPr>
        <p:txBody>
          <a:bodyPr/>
          <a:lstStyle/>
          <a:p>
            <a:r>
              <a:rPr lang="en-US" dirty="0"/>
              <a:t>Results: flexibility distribution</a:t>
            </a:r>
            <a:endParaRPr lang="en-GB" dirty="0"/>
          </a:p>
        </p:txBody>
      </p:sp>
      <p:sp>
        <p:nvSpPr>
          <p:cNvPr id="9" name="TextBox 8">
            <a:extLst>
              <a:ext uri="{FF2B5EF4-FFF2-40B4-BE49-F238E27FC236}">
                <a16:creationId xmlns:a16="http://schemas.microsoft.com/office/drawing/2014/main" id="{FEC2B761-CBE8-E624-4679-B7063BA06D87}"/>
              </a:ext>
            </a:extLst>
          </p:cNvPr>
          <p:cNvSpPr txBox="1"/>
          <p:nvPr/>
        </p:nvSpPr>
        <p:spPr>
          <a:xfrm>
            <a:off x="409576" y="5138979"/>
            <a:ext cx="8207495" cy="1200329"/>
          </a:xfrm>
          <a:prstGeom prst="rect">
            <a:avLst/>
          </a:prstGeom>
          <a:noFill/>
        </p:spPr>
        <p:txBody>
          <a:bodyPr wrap="square" rtlCol="0">
            <a:spAutoFit/>
          </a:bodyPr>
          <a:lstStyle/>
          <a:p>
            <a:r>
              <a:rPr lang="en-US" b="1" dirty="0">
                <a:solidFill>
                  <a:schemeClr val="accent1">
                    <a:lumMod val="60000"/>
                    <a:lumOff val="40000"/>
                  </a:schemeClr>
                </a:solidFill>
                <a:latin typeface="UCL Sans" pitchFamily="2" charset="0"/>
              </a:rPr>
              <a:t>94% </a:t>
            </a:r>
            <a:r>
              <a:rPr lang="en-US" dirty="0">
                <a:solidFill>
                  <a:schemeClr val="accent1">
                    <a:lumMod val="60000"/>
                    <a:lumOff val="40000"/>
                  </a:schemeClr>
                </a:solidFill>
                <a:latin typeface="UCL Sans" pitchFamily="2" charset="0"/>
              </a:rPr>
              <a:t>agents have </a:t>
            </a:r>
            <a:r>
              <a:rPr lang="en-US" b="1" dirty="0">
                <a:solidFill>
                  <a:schemeClr val="accent1">
                    <a:lumMod val="60000"/>
                    <a:lumOff val="40000"/>
                  </a:schemeClr>
                </a:solidFill>
                <a:latin typeface="UCL Sans" pitchFamily="2" charset="0"/>
              </a:rPr>
              <a:t>F &lt; 0.05 </a:t>
            </a:r>
            <a:r>
              <a:rPr lang="en-US" dirty="0">
                <a:solidFill>
                  <a:schemeClr val="accent1">
                    <a:lumMod val="60000"/>
                    <a:lumOff val="40000"/>
                  </a:schemeClr>
                </a:solidFill>
                <a:latin typeface="UCL Sans" pitchFamily="2" charset="0"/>
              </a:rPr>
              <a:t>at</a:t>
            </a:r>
            <a:r>
              <a:rPr lang="en-US" b="1" dirty="0">
                <a:solidFill>
                  <a:schemeClr val="accent1">
                    <a:lumMod val="60000"/>
                    <a:lumOff val="40000"/>
                  </a:schemeClr>
                </a:solidFill>
                <a:latin typeface="UCL Sans" pitchFamily="2" charset="0"/>
              </a:rPr>
              <a:t> </a:t>
            </a:r>
            <a:r>
              <a:rPr lang="en-GB" b="1" dirty="0">
                <a:solidFill>
                  <a:schemeClr val="accent1">
                    <a:lumMod val="60000"/>
                    <a:lumOff val="40000"/>
                  </a:schemeClr>
                </a:solidFill>
                <a:latin typeface="UCL Sans" pitchFamily="2" charset="0"/>
              </a:rPr>
              <a:t>μ = 1</a:t>
            </a:r>
            <a:endParaRPr lang="en-US" b="1" dirty="0">
              <a:solidFill>
                <a:schemeClr val="accent1">
                  <a:lumMod val="60000"/>
                  <a:lumOff val="40000"/>
                </a:schemeClr>
              </a:solidFill>
              <a:latin typeface="UCL Sans" pitchFamily="2" charset="0"/>
            </a:endParaRPr>
          </a:p>
          <a:p>
            <a:r>
              <a:rPr lang="en-US" b="1" dirty="0">
                <a:solidFill>
                  <a:schemeClr val="accent1">
                    <a:lumMod val="60000"/>
                    <a:lumOff val="40000"/>
                  </a:schemeClr>
                </a:solidFill>
                <a:latin typeface="UCL Sans" pitchFamily="2" charset="0"/>
              </a:rPr>
              <a:t>0.2% </a:t>
            </a:r>
            <a:r>
              <a:rPr lang="en-US" dirty="0">
                <a:solidFill>
                  <a:schemeClr val="accent1">
                    <a:lumMod val="60000"/>
                    <a:lumOff val="40000"/>
                  </a:schemeClr>
                </a:solidFill>
                <a:latin typeface="UCL Sans" pitchFamily="2" charset="0"/>
              </a:rPr>
              <a:t>agents have </a:t>
            </a:r>
            <a:r>
              <a:rPr lang="en-US" b="1" dirty="0">
                <a:solidFill>
                  <a:schemeClr val="accent1">
                    <a:lumMod val="60000"/>
                    <a:lumOff val="40000"/>
                  </a:schemeClr>
                </a:solidFill>
                <a:latin typeface="UCL Sans" pitchFamily="2" charset="0"/>
              </a:rPr>
              <a:t>F &gt; 0.45 </a:t>
            </a:r>
            <a:r>
              <a:rPr lang="en-US" dirty="0">
                <a:solidFill>
                  <a:schemeClr val="accent1">
                    <a:lumMod val="60000"/>
                    <a:lumOff val="40000"/>
                  </a:schemeClr>
                </a:solidFill>
                <a:latin typeface="UCL Sans" pitchFamily="2" charset="0"/>
              </a:rPr>
              <a:t>at</a:t>
            </a:r>
            <a:r>
              <a:rPr lang="en-US" b="1" dirty="0">
                <a:solidFill>
                  <a:schemeClr val="accent1">
                    <a:lumMod val="60000"/>
                    <a:lumOff val="40000"/>
                  </a:schemeClr>
                </a:solidFill>
                <a:latin typeface="UCL Sans" pitchFamily="2" charset="0"/>
              </a:rPr>
              <a:t> </a:t>
            </a:r>
            <a:r>
              <a:rPr lang="en-GB" b="1" dirty="0">
                <a:solidFill>
                  <a:schemeClr val="accent1">
                    <a:lumMod val="60000"/>
                    <a:lumOff val="40000"/>
                  </a:schemeClr>
                </a:solidFill>
                <a:latin typeface="UCL Sans" pitchFamily="2" charset="0"/>
              </a:rPr>
              <a:t>μ = 1</a:t>
            </a:r>
            <a:endParaRPr lang="en-US" b="1" dirty="0">
              <a:solidFill>
                <a:schemeClr val="accent1">
                  <a:lumMod val="60000"/>
                  <a:lumOff val="40000"/>
                </a:schemeClr>
              </a:solidFill>
              <a:latin typeface="UCL Sans" pitchFamily="2" charset="0"/>
            </a:endParaRPr>
          </a:p>
          <a:p>
            <a:pPr marL="285750" indent="-285750">
              <a:buFont typeface="Arial" panose="020B0604020202020204" pitchFamily="34" charset="0"/>
              <a:buChar char="•"/>
            </a:pPr>
            <a:r>
              <a:rPr lang="en-GB" dirty="0">
                <a:latin typeface="UCL Sans" pitchFamily="2" charset="0"/>
              </a:rPr>
              <a:t>Choice of μ influences shape of distribution</a:t>
            </a:r>
          </a:p>
          <a:p>
            <a:pPr marL="285750" indent="-285750">
              <a:buFont typeface="Arial" panose="020B0604020202020204" pitchFamily="34" charset="0"/>
              <a:buChar char="•"/>
            </a:pPr>
            <a:endParaRPr lang="en-GB" dirty="0">
              <a:latin typeface="UCL Sans" pitchFamily="2" charset="0"/>
            </a:endParaRPr>
          </a:p>
        </p:txBody>
      </p:sp>
      <p:pic>
        <p:nvPicPr>
          <p:cNvPr id="14" name="Picture 13">
            <a:extLst>
              <a:ext uri="{FF2B5EF4-FFF2-40B4-BE49-F238E27FC236}">
                <a16:creationId xmlns:a16="http://schemas.microsoft.com/office/drawing/2014/main" id="{495AF5C8-EE1D-93FC-2A6C-BC2BD105858A}"/>
              </a:ext>
            </a:extLst>
          </p:cNvPr>
          <p:cNvPicPr>
            <a:picLocks noChangeAspect="1"/>
          </p:cNvPicPr>
          <p:nvPr/>
        </p:nvPicPr>
        <p:blipFill>
          <a:blip r:embed="rId2"/>
          <a:stretch>
            <a:fillRect/>
          </a:stretch>
        </p:blipFill>
        <p:spPr>
          <a:xfrm>
            <a:off x="409576" y="1251935"/>
            <a:ext cx="5619750" cy="3714750"/>
          </a:xfrm>
          <a:prstGeom prst="rect">
            <a:avLst/>
          </a:prstGeom>
        </p:spPr>
      </p:pic>
      <p:pic>
        <p:nvPicPr>
          <p:cNvPr id="18" name="Picture 17">
            <a:extLst>
              <a:ext uri="{FF2B5EF4-FFF2-40B4-BE49-F238E27FC236}">
                <a16:creationId xmlns:a16="http://schemas.microsoft.com/office/drawing/2014/main" id="{73E88139-F339-1F1A-50D7-D1227A52CC43}"/>
              </a:ext>
            </a:extLst>
          </p:cNvPr>
          <p:cNvPicPr>
            <a:picLocks noChangeAspect="1"/>
          </p:cNvPicPr>
          <p:nvPr/>
        </p:nvPicPr>
        <p:blipFill>
          <a:blip r:embed="rId3"/>
          <a:stretch>
            <a:fillRect/>
          </a:stretch>
        </p:blipFill>
        <p:spPr>
          <a:xfrm>
            <a:off x="6219508" y="1251935"/>
            <a:ext cx="5619750" cy="3705225"/>
          </a:xfrm>
          <a:prstGeom prst="rect">
            <a:avLst/>
          </a:prstGeom>
        </p:spPr>
      </p:pic>
      <p:pic>
        <p:nvPicPr>
          <p:cNvPr id="20" name="Picture 19">
            <a:extLst>
              <a:ext uri="{FF2B5EF4-FFF2-40B4-BE49-F238E27FC236}">
                <a16:creationId xmlns:a16="http://schemas.microsoft.com/office/drawing/2014/main" id="{857BB0BD-31FD-7757-2D24-6AD5407CA492}"/>
              </a:ext>
            </a:extLst>
          </p:cNvPr>
          <p:cNvPicPr>
            <a:picLocks noChangeAspect="1"/>
          </p:cNvPicPr>
          <p:nvPr/>
        </p:nvPicPr>
        <p:blipFill>
          <a:blip r:embed="rId4"/>
          <a:stretch>
            <a:fillRect/>
          </a:stretch>
        </p:blipFill>
        <p:spPr>
          <a:xfrm>
            <a:off x="2359368" y="1419225"/>
            <a:ext cx="3544898" cy="2337229"/>
          </a:xfrm>
          <a:prstGeom prst="rect">
            <a:avLst/>
          </a:prstGeom>
        </p:spPr>
      </p:pic>
      <p:cxnSp>
        <p:nvCxnSpPr>
          <p:cNvPr id="22" name="Straight Arrow Connector 21">
            <a:extLst>
              <a:ext uri="{FF2B5EF4-FFF2-40B4-BE49-F238E27FC236}">
                <a16:creationId xmlns:a16="http://schemas.microsoft.com/office/drawing/2014/main" id="{6DB9B272-EB78-C2BC-3934-B2CEA6B934A0}"/>
              </a:ext>
            </a:extLst>
          </p:cNvPr>
          <p:cNvCxnSpPr/>
          <p:nvPr/>
        </p:nvCxnSpPr>
        <p:spPr>
          <a:xfrm flipV="1">
            <a:off x="1618735" y="3546389"/>
            <a:ext cx="877330" cy="7908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0794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A996E-2FB9-A33D-E410-08A977C9D44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62593D-76C0-1E18-9C55-092534364B93}"/>
              </a:ext>
            </a:extLst>
          </p:cNvPr>
          <p:cNvSpPr>
            <a:spLocks noGrp="1"/>
          </p:cNvSpPr>
          <p:nvPr>
            <p:ph type="ctrTitle"/>
          </p:nvPr>
        </p:nvSpPr>
        <p:spPr>
          <a:xfrm>
            <a:off x="409576" y="409575"/>
            <a:ext cx="11619864" cy="1009650"/>
          </a:xfrm>
        </p:spPr>
        <p:txBody>
          <a:bodyPr/>
          <a:lstStyle/>
          <a:p>
            <a:r>
              <a:rPr lang="en-US" dirty="0"/>
              <a:t>Results: geographical distribution</a:t>
            </a:r>
            <a:endParaRPr lang="en-GB" dirty="0"/>
          </a:p>
        </p:txBody>
      </p:sp>
      <p:pic>
        <p:nvPicPr>
          <p:cNvPr id="16" name="Picture 15">
            <a:extLst>
              <a:ext uri="{FF2B5EF4-FFF2-40B4-BE49-F238E27FC236}">
                <a16:creationId xmlns:a16="http://schemas.microsoft.com/office/drawing/2014/main" id="{D223942F-8CF7-7CE4-1F1B-28BA290A16FB}"/>
              </a:ext>
            </a:extLst>
          </p:cNvPr>
          <p:cNvPicPr>
            <a:picLocks noChangeAspect="1"/>
          </p:cNvPicPr>
          <p:nvPr/>
        </p:nvPicPr>
        <p:blipFill>
          <a:blip r:embed="rId2">
            <a:extLst>
              <a:ext uri="{28A0092B-C50C-407E-A947-70E740481C1C}">
                <a14:useLocalDpi xmlns:a14="http://schemas.microsoft.com/office/drawing/2010/main" val="0"/>
              </a:ext>
            </a:extLst>
          </a:blip>
          <a:srcRect l="450" t="5995" r="1" b="5773"/>
          <a:stretch>
            <a:fillRect/>
          </a:stretch>
        </p:blipFill>
        <p:spPr>
          <a:xfrm>
            <a:off x="852615" y="1246231"/>
            <a:ext cx="8300194" cy="5202194"/>
          </a:xfrm>
          <a:prstGeom prst="rect">
            <a:avLst/>
          </a:prstGeom>
        </p:spPr>
      </p:pic>
      <p:sp>
        <p:nvSpPr>
          <p:cNvPr id="17" name="TextBox 16">
            <a:extLst>
              <a:ext uri="{FF2B5EF4-FFF2-40B4-BE49-F238E27FC236}">
                <a16:creationId xmlns:a16="http://schemas.microsoft.com/office/drawing/2014/main" id="{EF5772A9-0ACD-F0FA-C6DD-C09C1AD50812}"/>
              </a:ext>
            </a:extLst>
          </p:cNvPr>
          <p:cNvSpPr txBox="1"/>
          <p:nvPr/>
        </p:nvSpPr>
        <p:spPr>
          <a:xfrm>
            <a:off x="308919" y="1865870"/>
            <a:ext cx="328936" cy="338554"/>
          </a:xfrm>
          <a:prstGeom prst="rect">
            <a:avLst/>
          </a:prstGeom>
          <a:noFill/>
        </p:spPr>
        <p:txBody>
          <a:bodyPr wrap="none" rtlCol="0">
            <a:spAutoFit/>
          </a:bodyPr>
          <a:lstStyle/>
          <a:p>
            <a:r>
              <a:rPr lang="en-US" sz="1600" b="1" dirty="0">
                <a:latin typeface="UCL Sans" pitchFamily="2" charset="0"/>
              </a:rPr>
              <a:t>0</a:t>
            </a:r>
            <a:endParaRPr lang="en-GB" sz="1600" b="1" dirty="0">
              <a:latin typeface="UCL Sans" pitchFamily="2" charset="0"/>
            </a:endParaRPr>
          </a:p>
        </p:txBody>
      </p:sp>
      <p:sp>
        <p:nvSpPr>
          <p:cNvPr id="19" name="TextBox 18">
            <a:extLst>
              <a:ext uri="{FF2B5EF4-FFF2-40B4-BE49-F238E27FC236}">
                <a16:creationId xmlns:a16="http://schemas.microsoft.com/office/drawing/2014/main" id="{0D981B6F-8FCD-73FF-FB86-3AE004E1EB13}"/>
              </a:ext>
            </a:extLst>
          </p:cNvPr>
          <p:cNvSpPr txBox="1"/>
          <p:nvPr/>
        </p:nvSpPr>
        <p:spPr>
          <a:xfrm>
            <a:off x="177568" y="5242437"/>
            <a:ext cx="591637" cy="338554"/>
          </a:xfrm>
          <a:prstGeom prst="rect">
            <a:avLst/>
          </a:prstGeom>
          <a:noFill/>
        </p:spPr>
        <p:txBody>
          <a:bodyPr wrap="none" rtlCol="0">
            <a:spAutoFit/>
          </a:bodyPr>
          <a:lstStyle/>
          <a:p>
            <a:r>
              <a:rPr lang="en-US" sz="1600" b="1" dirty="0">
                <a:latin typeface="UCL Sans" pitchFamily="2" charset="0"/>
              </a:rPr>
              <a:t>0.14</a:t>
            </a:r>
            <a:endParaRPr lang="en-GB" sz="1600" b="1" dirty="0">
              <a:latin typeface="UCL Sans" pitchFamily="2" charset="0"/>
            </a:endParaRPr>
          </a:p>
        </p:txBody>
      </p:sp>
      <p:cxnSp>
        <p:nvCxnSpPr>
          <p:cNvPr id="21" name="Straight Arrow Connector 20">
            <a:extLst>
              <a:ext uri="{FF2B5EF4-FFF2-40B4-BE49-F238E27FC236}">
                <a16:creationId xmlns:a16="http://schemas.microsoft.com/office/drawing/2014/main" id="{F153F43E-5FA6-A65A-266E-9EEA48319D49}"/>
              </a:ext>
            </a:extLst>
          </p:cNvPr>
          <p:cNvCxnSpPr>
            <a:stCxn id="17" idx="2"/>
            <a:endCxn id="19" idx="0"/>
          </p:cNvCxnSpPr>
          <p:nvPr/>
        </p:nvCxnSpPr>
        <p:spPr>
          <a:xfrm>
            <a:off x="473387" y="2204424"/>
            <a:ext cx="0" cy="30380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8805E34-8D90-B4A7-ED10-CD5764B14E79}"/>
              </a:ext>
            </a:extLst>
          </p:cNvPr>
          <p:cNvSpPr txBox="1"/>
          <p:nvPr/>
        </p:nvSpPr>
        <p:spPr>
          <a:xfrm>
            <a:off x="6508346" y="3259723"/>
            <a:ext cx="1018227" cy="338554"/>
          </a:xfrm>
          <a:prstGeom prst="rect">
            <a:avLst/>
          </a:prstGeom>
          <a:noFill/>
        </p:spPr>
        <p:txBody>
          <a:bodyPr wrap="none" rtlCol="0">
            <a:spAutoFit/>
          </a:bodyPr>
          <a:lstStyle/>
          <a:p>
            <a:r>
              <a:rPr lang="en-US" sz="1600" b="1" dirty="0">
                <a:latin typeface="UCL Sans" pitchFamily="2" charset="0"/>
              </a:rPr>
              <a:t>Norwich</a:t>
            </a:r>
            <a:endParaRPr lang="en-GB" sz="1600" b="1" dirty="0">
              <a:latin typeface="UCL Sans" pitchFamily="2" charset="0"/>
            </a:endParaRPr>
          </a:p>
        </p:txBody>
      </p:sp>
      <p:sp>
        <p:nvSpPr>
          <p:cNvPr id="26" name="TextBox 25">
            <a:extLst>
              <a:ext uri="{FF2B5EF4-FFF2-40B4-BE49-F238E27FC236}">
                <a16:creationId xmlns:a16="http://schemas.microsoft.com/office/drawing/2014/main" id="{789389BD-2D9B-7993-F8E6-6AEB67811D89}"/>
              </a:ext>
            </a:extLst>
          </p:cNvPr>
          <p:cNvSpPr txBox="1"/>
          <p:nvPr/>
        </p:nvSpPr>
        <p:spPr>
          <a:xfrm>
            <a:off x="6508345" y="5611769"/>
            <a:ext cx="1288173" cy="338554"/>
          </a:xfrm>
          <a:prstGeom prst="rect">
            <a:avLst/>
          </a:prstGeom>
          <a:noFill/>
        </p:spPr>
        <p:txBody>
          <a:bodyPr wrap="none" rtlCol="0">
            <a:spAutoFit/>
          </a:bodyPr>
          <a:lstStyle/>
          <a:p>
            <a:r>
              <a:rPr lang="en-US" sz="1600" b="1" dirty="0">
                <a:latin typeface="UCL Sans" pitchFamily="2" charset="0"/>
              </a:rPr>
              <a:t>Colchester</a:t>
            </a:r>
            <a:endParaRPr lang="en-GB" sz="1600" b="1" dirty="0">
              <a:latin typeface="UCL Sans" pitchFamily="2" charset="0"/>
            </a:endParaRPr>
          </a:p>
        </p:txBody>
      </p:sp>
    </p:spTree>
    <p:extLst>
      <p:ext uri="{BB962C8B-B14F-4D97-AF65-F5344CB8AC3E}">
        <p14:creationId xmlns:p14="http://schemas.microsoft.com/office/powerpoint/2010/main" val="3720613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3012C-7905-8C4D-66F6-68661A67AE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EEB0BA-2A1A-EE68-15A0-47F38E95D090}"/>
              </a:ext>
            </a:extLst>
          </p:cNvPr>
          <p:cNvSpPr>
            <a:spLocks noGrp="1"/>
          </p:cNvSpPr>
          <p:nvPr>
            <p:ph type="ctrTitle"/>
          </p:nvPr>
        </p:nvSpPr>
        <p:spPr>
          <a:xfrm>
            <a:off x="409576" y="409575"/>
            <a:ext cx="9293224" cy="1009650"/>
          </a:xfrm>
        </p:spPr>
        <p:txBody>
          <a:bodyPr/>
          <a:lstStyle/>
          <a:p>
            <a:r>
              <a:rPr lang="en-US" dirty="0"/>
              <a:t>Results: comparison to connectivity</a:t>
            </a:r>
            <a:endParaRPr lang="en-GB" dirty="0"/>
          </a:p>
        </p:txBody>
      </p:sp>
      <p:sp>
        <p:nvSpPr>
          <p:cNvPr id="10" name="TextBox 9">
            <a:extLst>
              <a:ext uri="{FF2B5EF4-FFF2-40B4-BE49-F238E27FC236}">
                <a16:creationId xmlns:a16="http://schemas.microsoft.com/office/drawing/2014/main" id="{E16F0B82-4682-2507-CD7B-D1FE5FEB3343}"/>
              </a:ext>
            </a:extLst>
          </p:cNvPr>
          <p:cNvSpPr txBox="1"/>
          <p:nvPr/>
        </p:nvSpPr>
        <p:spPr>
          <a:xfrm>
            <a:off x="5497911" y="2965999"/>
            <a:ext cx="1508572" cy="369332"/>
          </a:xfrm>
          <a:prstGeom prst="rect">
            <a:avLst/>
          </a:prstGeom>
          <a:noFill/>
        </p:spPr>
        <p:txBody>
          <a:bodyPr wrap="square">
            <a:spAutoFit/>
          </a:bodyPr>
          <a:lstStyle/>
          <a:p>
            <a:r>
              <a:rPr lang="en-GB" dirty="0"/>
              <a:t>Norwich</a:t>
            </a:r>
          </a:p>
        </p:txBody>
      </p:sp>
      <p:sp>
        <p:nvSpPr>
          <p:cNvPr id="14" name="TextBox 13">
            <a:extLst>
              <a:ext uri="{FF2B5EF4-FFF2-40B4-BE49-F238E27FC236}">
                <a16:creationId xmlns:a16="http://schemas.microsoft.com/office/drawing/2014/main" id="{7B768A5D-77CC-414A-6E72-383B225B29C4}"/>
              </a:ext>
            </a:extLst>
          </p:cNvPr>
          <p:cNvSpPr txBox="1"/>
          <p:nvPr/>
        </p:nvSpPr>
        <p:spPr>
          <a:xfrm>
            <a:off x="5400484" y="6007129"/>
            <a:ext cx="2601978" cy="369332"/>
          </a:xfrm>
          <a:prstGeom prst="rect">
            <a:avLst/>
          </a:prstGeom>
          <a:noFill/>
        </p:spPr>
        <p:txBody>
          <a:bodyPr wrap="square">
            <a:spAutoFit/>
          </a:bodyPr>
          <a:lstStyle/>
          <a:p>
            <a:r>
              <a:rPr lang="en-GB" dirty="0"/>
              <a:t>Ipswich + Woodbridge</a:t>
            </a:r>
          </a:p>
        </p:txBody>
      </p:sp>
      <p:sp>
        <p:nvSpPr>
          <p:cNvPr id="18" name="TextBox 17">
            <a:extLst>
              <a:ext uri="{FF2B5EF4-FFF2-40B4-BE49-F238E27FC236}">
                <a16:creationId xmlns:a16="http://schemas.microsoft.com/office/drawing/2014/main" id="{BFBCE75A-9D0D-7574-D799-5A613DE680C3}"/>
              </a:ext>
            </a:extLst>
          </p:cNvPr>
          <p:cNvSpPr txBox="1"/>
          <p:nvPr/>
        </p:nvSpPr>
        <p:spPr>
          <a:xfrm>
            <a:off x="8448040" y="1211672"/>
            <a:ext cx="3334384" cy="3416320"/>
          </a:xfrm>
          <a:prstGeom prst="rect">
            <a:avLst/>
          </a:prstGeom>
          <a:noFill/>
        </p:spPr>
        <p:txBody>
          <a:bodyPr wrap="square" rtlCol="0">
            <a:spAutoFit/>
          </a:bodyPr>
          <a:lstStyle/>
          <a:p>
            <a:r>
              <a:rPr lang="en-US" b="1" dirty="0">
                <a:solidFill>
                  <a:srgbClr val="BE64AC"/>
                </a:solidFill>
                <a:latin typeface="UCL Sans" pitchFamily="2" charset="0"/>
              </a:rPr>
              <a:t>Resourceful mobility (high flex, low conn)</a:t>
            </a:r>
            <a:endParaRPr lang="en-US" dirty="0">
              <a:solidFill>
                <a:srgbClr val="BE64AC"/>
              </a:solidFill>
              <a:latin typeface="UCL Sans" pitchFamily="2" charset="0"/>
            </a:endParaRPr>
          </a:p>
          <a:p>
            <a:r>
              <a:rPr lang="en-US" b="1" dirty="0">
                <a:latin typeface="UCL Sans" pitchFamily="2" charset="0"/>
              </a:rPr>
              <a:t>Mostly periphery of urban </a:t>
            </a:r>
            <a:r>
              <a:rPr lang="en-US" b="1" dirty="0" err="1">
                <a:latin typeface="UCL Sans" pitchFamily="2" charset="0"/>
              </a:rPr>
              <a:t>centres</a:t>
            </a:r>
            <a:endParaRPr lang="en-US" b="1" dirty="0">
              <a:latin typeface="UCL Sans" pitchFamily="2" charset="0"/>
            </a:endParaRPr>
          </a:p>
          <a:p>
            <a:endParaRPr lang="en-US" dirty="0">
              <a:latin typeface="UCL Sans" pitchFamily="2" charset="0"/>
            </a:endParaRPr>
          </a:p>
          <a:p>
            <a:r>
              <a:rPr lang="en-US" b="1" dirty="0">
                <a:solidFill>
                  <a:srgbClr val="5AC8C8"/>
                </a:solidFill>
                <a:latin typeface="UCL Sans" pitchFamily="2" charset="0"/>
              </a:rPr>
              <a:t>Unrealized provision (low flex, high conn)</a:t>
            </a:r>
          </a:p>
          <a:p>
            <a:r>
              <a:rPr lang="en-US" dirty="0">
                <a:latin typeface="UCL Sans" pitchFamily="2" charset="0"/>
              </a:rPr>
              <a:t>Low flexibility, high connectivity </a:t>
            </a:r>
          </a:p>
          <a:p>
            <a:r>
              <a:rPr lang="en-GB" b="1" dirty="0">
                <a:latin typeface="UCL Sans" pitchFamily="2" charset="0"/>
              </a:rPr>
              <a:t>Mostly within urban centres</a:t>
            </a:r>
          </a:p>
          <a:p>
            <a:endParaRPr lang="en-GB" dirty="0">
              <a:latin typeface="UCL Sans" pitchFamily="2" charset="0"/>
            </a:endParaRPr>
          </a:p>
        </p:txBody>
      </p:sp>
      <p:pic>
        <p:nvPicPr>
          <p:cNvPr id="20" name="Picture 19">
            <a:extLst>
              <a:ext uri="{FF2B5EF4-FFF2-40B4-BE49-F238E27FC236}">
                <a16:creationId xmlns:a16="http://schemas.microsoft.com/office/drawing/2014/main" id="{6E0288BD-1491-5735-F8DE-9A4E77D76354}"/>
              </a:ext>
            </a:extLst>
          </p:cNvPr>
          <p:cNvPicPr>
            <a:picLocks noChangeAspect="1"/>
          </p:cNvPicPr>
          <p:nvPr/>
        </p:nvPicPr>
        <p:blipFill>
          <a:blip r:embed="rId2"/>
          <a:stretch>
            <a:fillRect/>
          </a:stretch>
        </p:blipFill>
        <p:spPr>
          <a:xfrm>
            <a:off x="409576" y="1206113"/>
            <a:ext cx="4990908" cy="5176520"/>
          </a:xfrm>
          <a:prstGeom prst="rect">
            <a:avLst/>
          </a:prstGeom>
        </p:spPr>
      </p:pic>
      <p:pic>
        <p:nvPicPr>
          <p:cNvPr id="22" name="Picture 21">
            <a:extLst>
              <a:ext uri="{FF2B5EF4-FFF2-40B4-BE49-F238E27FC236}">
                <a16:creationId xmlns:a16="http://schemas.microsoft.com/office/drawing/2014/main" id="{A65D6A8D-14A5-DE03-96F6-CABD8D2355B0}"/>
              </a:ext>
            </a:extLst>
          </p:cNvPr>
          <p:cNvPicPr>
            <a:picLocks noChangeAspect="1"/>
          </p:cNvPicPr>
          <p:nvPr/>
        </p:nvPicPr>
        <p:blipFill>
          <a:blip r:embed="rId3"/>
          <a:stretch>
            <a:fillRect/>
          </a:stretch>
        </p:blipFill>
        <p:spPr>
          <a:xfrm>
            <a:off x="5497911" y="1206113"/>
            <a:ext cx="2216260" cy="1713467"/>
          </a:xfrm>
          <a:prstGeom prst="rect">
            <a:avLst/>
          </a:prstGeom>
        </p:spPr>
      </p:pic>
      <p:pic>
        <p:nvPicPr>
          <p:cNvPr id="24" name="Picture 23">
            <a:extLst>
              <a:ext uri="{FF2B5EF4-FFF2-40B4-BE49-F238E27FC236}">
                <a16:creationId xmlns:a16="http://schemas.microsoft.com/office/drawing/2014/main" id="{BC0C28FB-47BD-CC61-6F74-88105DBEC5AE}"/>
              </a:ext>
            </a:extLst>
          </p:cNvPr>
          <p:cNvPicPr>
            <a:picLocks noChangeAspect="1"/>
          </p:cNvPicPr>
          <p:nvPr/>
        </p:nvPicPr>
        <p:blipFill>
          <a:blip r:embed="rId4"/>
          <a:stretch>
            <a:fillRect/>
          </a:stretch>
        </p:blipFill>
        <p:spPr>
          <a:xfrm>
            <a:off x="5497911" y="3938421"/>
            <a:ext cx="2216260" cy="1996497"/>
          </a:xfrm>
          <a:prstGeom prst="rect">
            <a:avLst/>
          </a:prstGeom>
        </p:spPr>
      </p:pic>
    </p:spTree>
    <p:extLst>
      <p:ext uri="{BB962C8B-B14F-4D97-AF65-F5344CB8AC3E}">
        <p14:creationId xmlns:p14="http://schemas.microsoft.com/office/powerpoint/2010/main" val="4213373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0B9CC4A-7A23-8C32-E64A-4B1FE1FE1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7DA086-A746-7129-E60B-137B93BE935A}"/>
              </a:ext>
            </a:extLst>
          </p:cNvPr>
          <p:cNvSpPr>
            <a:spLocks noGrp="1"/>
          </p:cNvSpPr>
          <p:nvPr>
            <p:ph type="ctrTitle"/>
          </p:nvPr>
        </p:nvSpPr>
        <p:spPr>
          <a:xfrm>
            <a:off x="409575" y="409575"/>
            <a:ext cx="11646589" cy="1009650"/>
          </a:xfrm>
        </p:spPr>
        <p:txBody>
          <a:bodyPr/>
          <a:lstStyle/>
          <a:p>
            <a:r>
              <a:rPr lang="en-US" dirty="0"/>
              <a:t>Results: comparison to connectivity </a:t>
            </a:r>
            <a:r>
              <a:rPr lang="en-US" sz="2400" dirty="0"/>
              <a:t>– </a:t>
            </a:r>
            <a:r>
              <a:rPr lang="en-US" sz="2400" dirty="0" err="1"/>
              <a:t>fullpop</a:t>
            </a:r>
            <a:r>
              <a:rPr lang="en-US" sz="2400" dirty="0"/>
              <a:t> old methods</a:t>
            </a:r>
            <a:endParaRPr lang="en-GB" dirty="0"/>
          </a:p>
        </p:txBody>
      </p:sp>
      <p:sp>
        <p:nvSpPr>
          <p:cNvPr id="10" name="TextBox 9">
            <a:extLst>
              <a:ext uri="{FF2B5EF4-FFF2-40B4-BE49-F238E27FC236}">
                <a16:creationId xmlns:a16="http://schemas.microsoft.com/office/drawing/2014/main" id="{F4303E51-E10D-308C-3ED3-72682D5F9A87}"/>
              </a:ext>
            </a:extLst>
          </p:cNvPr>
          <p:cNvSpPr txBox="1"/>
          <p:nvPr/>
        </p:nvSpPr>
        <p:spPr>
          <a:xfrm>
            <a:off x="5497911" y="3100177"/>
            <a:ext cx="1508572" cy="369332"/>
          </a:xfrm>
          <a:prstGeom prst="rect">
            <a:avLst/>
          </a:prstGeom>
          <a:noFill/>
        </p:spPr>
        <p:txBody>
          <a:bodyPr wrap="square">
            <a:spAutoFit/>
          </a:bodyPr>
          <a:lstStyle/>
          <a:p>
            <a:r>
              <a:rPr lang="en-GB" dirty="0"/>
              <a:t>Norwich</a:t>
            </a:r>
          </a:p>
        </p:txBody>
      </p:sp>
      <p:sp>
        <p:nvSpPr>
          <p:cNvPr id="14" name="TextBox 13">
            <a:extLst>
              <a:ext uri="{FF2B5EF4-FFF2-40B4-BE49-F238E27FC236}">
                <a16:creationId xmlns:a16="http://schemas.microsoft.com/office/drawing/2014/main" id="{AAFB8200-CE2C-583A-1F42-533C49307B3C}"/>
              </a:ext>
            </a:extLst>
          </p:cNvPr>
          <p:cNvSpPr txBox="1"/>
          <p:nvPr/>
        </p:nvSpPr>
        <p:spPr>
          <a:xfrm>
            <a:off x="5400484" y="6007129"/>
            <a:ext cx="2601978" cy="369332"/>
          </a:xfrm>
          <a:prstGeom prst="rect">
            <a:avLst/>
          </a:prstGeom>
          <a:noFill/>
        </p:spPr>
        <p:txBody>
          <a:bodyPr wrap="square">
            <a:spAutoFit/>
          </a:bodyPr>
          <a:lstStyle/>
          <a:p>
            <a:r>
              <a:rPr lang="en-GB" dirty="0"/>
              <a:t>Ipswich</a:t>
            </a:r>
          </a:p>
        </p:txBody>
      </p:sp>
      <p:sp>
        <p:nvSpPr>
          <p:cNvPr id="18" name="TextBox 17">
            <a:extLst>
              <a:ext uri="{FF2B5EF4-FFF2-40B4-BE49-F238E27FC236}">
                <a16:creationId xmlns:a16="http://schemas.microsoft.com/office/drawing/2014/main" id="{5D243669-E029-A316-8AA9-116929B713ED}"/>
              </a:ext>
            </a:extLst>
          </p:cNvPr>
          <p:cNvSpPr txBox="1"/>
          <p:nvPr/>
        </p:nvSpPr>
        <p:spPr>
          <a:xfrm>
            <a:off x="8419669" y="1765671"/>
            <a:ext cx="3334384" cy="3139321"/>
          </a:xfrm>
          <a:prstGeom prst="rect">
            <a:avLst/>
          </a:prstGeom>
          <a:noFill/>
        </p:spPr>
        <p:txBody>
          <a:bodyPr wrap="square" rtlCol="0">
            <a:spAutoFit/>
          </a:bodyPr>
          <a:lstStyle/>
          <a:p>
            <a:r>
              <a:rPr lang="en-US" b="1" dirty="0">
                <a:solidFill>
                  <a:srgbClr val="BE64AC"/>
                </a:solidFill>
                <a:latin typeface="UCL Sans" pitchFamily="2" charset="0"/>
              </a:rPr>
              <a:t>Resourceful mobility (high flex, low conn)</a:t>
            </a:r>
            <a:endParaRPr lang="en-US" dirty="0">
              <a:solidFill>
                <a:srgbClr val="BE64AC"/>
              </a:solidFill>
              <a:latin typeface="UCL Sans" pitchFamily="2" charset="0"/>
            </a:endParaRPr>
          </a:p>
          <a:p>
            <a:r>
              <a:rPr lang="en-US" b="1" dirty="0">
                <a:latin typeface="UCL Sans" pitchFamily="2" charset="0"/>
              </a:rPr>
              <a:t>Mostly periphery of urban </a:t>
            </a:r>
            <a:r>
              <a:rPr lang="en-US" b="1" dirty="0" err="1">
                <a:latin typeface="UCL Sans" pitchFamily="2" charset="0"/>
              </a:rPr>
              <a:t>centres</a:t>
            </a:r>
            <a:endParaRPr lang="en-US" b="1" dirty="0">
              <a:latin typeface="UCL Sans" pitchFamily="2" charset="0"/>
            </a:endParaRPr>
          </a:p>
          <a:p>
            <a:endParaRPr lang="en-US" dirty="0">
              <a:latin typeface="UCL Sans" pitchFamily="2" charset="0"/>
            </a:endParaRPr>
          </a:p>
          <a:p>
            <a:r>
              <a:rPr lang="en-US" b="1" dirty="0">
                <a:solidFill>
                  <a:srgbClr val="5AC8C8"/>
                </a:solidFill>
                <a:latin typeface="UCL Sans" pitchFamily="2" charset="0"/>
              </a:rPr>
              <a:t>Unrealized provision (low flex, high conn)</a:t>
            </a:r>
          </a:p>
          <a:p>
            <a:r>
              <a:rPr lang="en-US" dirty="0">
                <a:latin typeface="UCL Sans" pitchFamily="2" charset="0"/>
              </a:rPr>
              <a:t>Low flexibility, high connectivity </a:t>
            </a:r>
          </a:p>
          <a:p>
            <a:r>
              <a:rPr lang="en-GB" b="1" dirty="0">
                <a:latin typeface="UCL Sans" pitchFamily="2" charset="0"/>
              </a:rPr>
              <a:t>Mostly within urban centres</a:t>
            </a:r>
          </a:p>
        </p:txBody>
      </p:sp>
      <p:pic>
        <p:nvPicPr>
          <p:cNvPr id="4" name="Picture 3">
            <a:extLst>
              <a:ext uri="{FF2B5EF4-FFF2-40B4-BE49-F238E27FC236}">
                <a16:creationId xmlns:a16="http://schemas.microsoft.com/office/drawing/2014/main" id="{B3247CAB-8C66-C8B2-A694-CBAD3FC5B18B}"/>
              </a:ext>
            </a:extLst>
          </p:cNvPr>
          <p:cNvPicPr>
            <a:picLocks noChangeAspect="1"/>
          </p:cNvPicPr>
          <p:nvPr/>
        </p:nvPicPr>
        <p:blipFill>
          <a:blip r:embed="rId2"/>
          <a:stretch>
            <a:fillRect/>
          </a:stretch>
        </p:blipFill>
        <p:spPr>
          <a:xfrm>
            <a:off x="409575" y="1206113"/>
            <a:ext cx="4729546" cy="5170348"/>
          </a:xfrm>
          <a:prstGeom prst="rect">
            <a:avLst/>
          </a:prstGeom>
        </p:spPr>
      </p:pic>
      <p:pic>
        <p:nvPicPr>
          <p:cNvPr id="6" name="Picture 5">
            <a:extLst>
              <a:ext uri="{FF2B5EF4-FFF2-40B4-BE49-F238E27FC236}">
                <a16:creationId xmlns:a16="http://schemas.microsoft.com/office/drawing/2014/main" id="{EDF5D1DD-C362-0381-67F9-7B15DB970DC1}"/>
              </a:ext>
            </a:extLst>
          </p:cNvPr>
          <p:cNvPicPr>
            <a:picLocks noChangeAspect="1"/>
          </p:cNvPicPr>
          <p:nvPr/>
        </p:nvPicPr>
        <p:blipFill>
          <a:blip r:embed="rId3"/>
          <a:stretch>
            <a:fillRect/>
          </a:stretch>
        </p:blipFill>
        <p:spPr>
          <a:xfrm>
            <a:off x="5520967" y="1206112"/>
            <a:ext cx="2290531" cy="1894065"/>
          </a:xfrm>
          <a:prstGeom prst="rect">
            <a:avLst/>
          </a:prstGeom>
        </p:spPr>
      </p:pic>
      <p:pic>
        <p:nvPicPr>
          <p:cNvPr id="8" name="Picture 7">
            <a:extLst>
              <a:ext uri="{FF2B5EF4-FFF2-40B4-BE49-F238E27FC236}">
                <a16:creationId xmlns:a16="http://schemas.microsoft.com/office/drawing/2014/main" id="{67179EEA-0C9E-DEB0-D54E-1C2A275078FB}"/>
              </a:ext>
            </a:extLst>
          </p:cNvPr>
          <p:cNvPicPr>
            <a:picLocks noChangeAspect="1"/>
          </p:cNvPicPr>
          <p:nvPr/>
        </p:nvPicPr>
        <p:blipFill>
          <a:blip r:embed="rId4"/>
          <a:stretch>
            <a:fillRect/>
          </a:stretch>
        </p:blipFill>
        <p:spPr>
          <a:xfrm>
            <a:off x="5524178" y="4263887"/>
            <a:ext cx="2292139" cy="1743242"/>
          </a:xfrm>
          <a:prstGeom prst="rect">
            <a:avLst/>
          </a:prstGeom>
        </p:spPr>
      </p:pic>
    </p:spTree>
    <p:extLst>
      <p:ext uri="{BB962C8B-B14F-4D97-AF65-F5344CB8AC3E}">
        <p14:creationId xmlns:p14="http://schemas.microsoft.com/office/powerpoint/2010/main" val="2656596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DEE77-BE15-C83A-0541-53A847C54791}"/>
              </a:ext>
            </a:extLst>
          </p:cNvPr>
          <p:cNvSpPr>
            <a:spLocks noGrp="1"/>
          </p:cNvSpPr>
          <p:nvPr>
            <p:ph type="ctrTitle"/>
          </p:nvPr>
        </p:nvSpPr>
        <p:spPr>
          <a:xfrm>
            <a:off x="409576" y="409575"/>
            <a:ext cx="9293224" cy="1009650"/>
          </a:xfrm>
        </p:spPr>
        <p:txBody>
          <a:bodyPr/>
          <a:lstStyle/>
          <a:p>
            <a:r>
              <a:rPr lang="en-US" dirty="0"/>
              <a:t>Results: comparison to connectivity</a:t>
            </a:r>
            <a:endParaRPr lang="en-GB" dirty="0"/>
          </a:p>
        </p:txBody>
      </p:sp>
      <p:sp>
        <p:nvSpPr>
          <p:cNvPr id="11" name="TextBox 10">
            <a:extLst>
              <a:ext uri="{FF2B5EF4-FFF2-40B4-BE49-F238E27FC236}">
                <a16:creationId xmlns:a16="http://schemas.microsoft.com/office/drawing/2014/main" id="{BF380813-1AC0-A45F-BA59-322C9047AE61}"/>
              </a:ext>
            </a:extLst>
          </p:cNvPr>
          <p:cNvSpPr txBox="1"/>
          <p:nvPr/>
        </p:nvSpPr>
        <p:spPr>
          <a:xfrm>
            <a:off x="6870600" y="1208405"/>
            <a:ext cx="4153001" cy="4801314"/>
          </a:xfrm>
          <a:prstGeom prst="rect">
            <a:avLst/>
          </a:prstGeom>
          <a:noFill/>
        </p:spPr>
        <p:txBody>
          <a:bodyPr wrap="square" rtlCol="0">
            <a:spAutoFit/>
          </a:bodyPr>
          <a:lstStyle/>
          <a:p>
            <a:r>
              <a:rPr lang="en-US" dirty="0">
                <a:latin typeface="UCL Sans" pitchFamily="2" charset="0"/>
              </a:rPr>
              <a:t>LSOAs in upper-left and lower-right quadrants show </a:t>
            </a:r>
            <a:r>
              <a:rPr lang="en-US" b="1" dirty="0">
                <a:latin typeface="UCL Sans" pitchFamily="2" charset="0"/>
              </a:rPr>
              <a:t>decoupling</a:t>
            </a:r>
            <a:r>
              <a:rPr lang="en-US" dirty="0">
                <a:latin typeface="UCL Sans" pitchFamily="2" charset="0"/>
              </a:rPr>
              <a:t>:</a:t>
            </a:r>
          </a:p>
          <a:p>
            <a:endParaRPr lang="en-US" dirty="0">
              <a:latin typeface="UCL Sans" pitchFamily="2" charset="0"/>
            </a:endParaRPr>
          </a:p>
          <a:p>
            <a:r>
              <a:rPr lang="en-US" b="1" dirty="0">
                <a:solidFill>
                  <a:srgbClr val="BE64AC"/>
                </a:solidFill>
                <a:latin typeface="UCL Sans" pitchFamily="2" charset="0"/>
              </a:rPr>
              <a:t>Resourceful mobility (3% of LSOAs)</a:t>
            </a:r>
          </a:p>
          <a:p>
            <a:r>
              <a:rPr lang="en-US" dirty="0">
                <a:latin typeface="UCL Sans" pitchFamily="2" charset="0"/>
              </a:rPr>
              <a:t>High flexibility, low connectivity</a:t>
            </a:r>
          </a:p>
          <a:p>
            <a:r>
              <a:rPr lang="en-US" dirty="0">
                <a:latin typeface="UCL Sans" pitchFamily="2" charset="0"/>
              </a:rPr>
              <a:t>Less deprived, lower PT stop density, higher car ownership, semi-urban</a:t>
            </a:r>
          </a:p>
          <a:p>
            <a:r>
              <a:rPr lang="en-US" b="1" dirty="0">
                <a:solidFill>
                  <a:srgbClr val="5AC8C8"/>
                </a:solidFill>
                <a:latin typeface="UCL Sans" pitchFamily="2" charset="0"/>
              </a:rPr>
              <a:t>Unrealized provision (6% of LSOAs)</a:t>
            </a:r>
          </a:p>
          <a:p>
            <a:r>
              <a:rPr lang="en-US" dirty="0">
                <a:latin typeface="UCL Sans" pitchFamily="2" charset="0"/>
              </a:rPr>
              <a:t>Low flexibility, high connectivity </a:t>
            </a:r>
          </a:p>
          <a:p>
            <a:r>
              <a:rPr lang="en-US" dirty="0">
                <a:latin typeface="UCL Sans" pitchFamily="2" charset="0"/>
              </a:rPr>
              <a:t>More deprived, higher PT stop density, lower car ownership, highly urban</a:t>
            </a:r>
          </a:p>
          <a:p>
            <a:endParaRPr lang="en-US" dirty="0">
              <a:latin typeface="UCL Sans" pitchFamily="2" charset="0"/>
            </a:endParaRPr>
          </a:p>
          <a:p>
            <a:endParaRPr lang="en-GB" dirty="0">
              <a:latin typeface="UCL Sans" pitchFamily="2" charset="0"/>
            </a:endParaRPr>
          </a:p>
          <a:p>
            <a:r>
              <a:rPr lang="en-GB" dirty="0">
                <a:latin typeface="UCL Sans" pitchFamily="2" charset="0"/>
              </a:rPr>
              <a:t>Spatial lag model shows strong neighbourhood effects at play</a:t>
            </a:r>
          </a:p>
          <a:p>
            <a:endParaRPr lang="en-GB" dirty="0">
              <a:latin typeface="UCL Sans" pitchFamily="2" charset="0"/>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8D92C9C-FEBA-3719-BADA-4BFA13AC6C40}"/>
                  </a:ext>
                </a:extLst>
              </p:cNvPr>
              <p:cNvSpPr txBox="1"/>
              <p:nvPr/>
            </p:nvSpPr>
            <p:spPr>
              <a:xfrm>
                <a:off x="409576" y="5766415"/>
                <a:ext cx="7936864" cy="646331"/>
              </a:xfrm>
              <a:prstGeom prst="rect">
                <a:avLst/>
              </a:prstGeom>
              <a:noFill/>
            </p:spPr>
            <p:txBody>
              <a:bodyPr wrap="square">
                <a:spAutoFit/>
              </a:bodyPr>
              <a:lstStyle/>
              <a:p>
                <a:r>
                  <a:rPr lang="en-US" b="1" dirty="0">
                    <a:solidFill>
                      <a:schemeClr val="accent1">
                        <a:lumMod val="60000"/>
                        <a:lumOff val="40000"/>
                      </a:schemeClr>
                    </a:solidFill>
                    <a:latin typeface="UCL Sans" pitchFamily="2" charset="0"/>
                  </a:rPr>
                  <a:t>Spearman’s </a:t>
                </a:r>
                <a14:m>
                  <m:oMath xmlns:m="http://schemas.openxmlformats.org/officeDocument/2006/math">
                    <m:r>
                      <a:rPr lang="en-US" b="1" i="1" smtClean="0">
                        <a:solidFill>
                          <a:schemeClr val="accent1">
                            <a:lumMod val="60000"/>
                            <a:lumOff val="40000"/>
                          </a:schemeClr>
                        </a:solidFill>
                        <a:latin typeface="Cambria Math" panose="02040503050406030204" pitchFamily="18" charset="0"/>
                        <a:ea typeface="Cambria Math" panose="02040503050406030204" pitchFamily="18" charset="0"/>
                      </a:rPr>
                      <m:t>𝝆</m:t>
                    </m:r>
                    <m:r>
                      <a:rPr lang="en-US" b="1" i="1" smtClean="0">
                        <a:solidFill>
                          <a:schemeClr val="accent1">
                            <a:lumMod val="60000"/>
                            <a:lumOff val="40000"/>
                          </a:schemeClr>
                        </a:solidFill>
                        <a:latin typeface="Cambria Math" panose="02040503050406030204" pitchFamily="18" charset="0"/>
                        <a:ea typeface="Cambria Math" panose="02040503050406030204" pitchFamily="18" charset="0"/>
                      </a:rPr>
                      <m:t>=</m:t>
                    </m:r>
                    <m:r>
                      <a:rPr lang="en-US" b="1" i="1" smtClean="0">
                        <a:solidFill>
                          <a:schemeClr val="accent1">
                            <a:lumMod val="60000"/>
                            <a:lumOff val="40000"/>
                          </a:schemeClr>
                        </a:solidFill>
                        <a:latin typeface="Cambria Math" panose="02040503050406030204" pitchFamily="18" charset="0"/>
                        <a:ea typeface="Cambria Math" panose="02040503050406030204" pitchFamily="18" charset="0"/>
                      </a:rPr>
                      <m:t>𝟎</m:t>
                    </m:r>
                    <m:r>
                      <a:rPr lang="en-US" b="1" i="1" smtClean="0">
                        <a:solidFill>
                          <a:schemeClr val="accent1">
                            <a:lumMod val="60000"/>
                            <a:lumOff val="40000"/>
                          </a:schemeClr>
                        </a:solidFill>
                        <a:latin typeface="Cambria Math" panose="02040503050406030204" pitchFamily="18" charset="0"/>
                        <a:ea typeface="Cambria Math" panose="02040503050406030204" pitchFamily="18" charset="0"/>
                      </a:rPr>
                      <m:t>.</m:t>
                    </m:r>
                    <m:r>
                      <a:rPr lang="en-US" b="1" i="1" smtClean="0">
                        <a:solidFill>
                          <a:schemeClr val="accent1">
                            <a:lumMod val="60000"/>
                            <a:lumOff val="40000"/>
                          </a:schemeClr>
                        </a:solidFill>
                        <a:latin typeface="Cambria Math" panose="02040503050406030204" pitchFamily="18" charset="0"/>
                        <a:ea typeface="Cambria Math" panose="02040503050406030204" pitchFamily="18" charset="0"/>
                      </a:rPr>
                      <m:t>𝟓</m:t>
                    </m:r>
                  </m:oMath>
                </a14:m>
                <a:endParaRPr lang="en-US" b="1" dirty="0">
                  <a:solidFill>
                    <a:schemeClr val="accent1">
                      <a:lumMod val="60000"/>
                      <a:lumOff val="40000"/>
                    </a:schemeClr>
                  </a:solidFill>
                  <a:latin typeface="UCL Sans" pitchFamily="2" charset="0"/>
                </a:endParaRPr>
              </a:p>
              <a:p>
                <a:r>
                  <a:rPr lang="en-US" dirty="0">
                    <a:latin typeface="UCL Sans" pitchFamily="2" charset="0"/>
                  </a:rPr>
                  <a:t>Moderate relationship but with much variance unexplained</a:t>
                </a:r>
              </a:p>
            </p:txBody>
          </p:sp>
        </mc:Choice>
        <mc:Fallback xmlns="">
          <p:sp>
            <p:nvSpPr>
              <p:cNvPr id="13" name="TextBox 12">
                <a:extLst>
                  <a:ext uri="{FF2B5EF4-FFF2-40B4-BE49-F238E27FC236}">
                    <a16:creationId xmlns:a16="http://schemas.microsoft.com/office/drawing/2014/main" id="{28D92C9C-FEBA-3719-BADA-4BFA13AC6C40}"/>
                  </a:ext>
                </a:extLst>
              </p:cNvPr>
              <p:cNvSpPr txBox="1">
                <a:spLocks noRot="1" noChangeAspect="1" noMove="1" noResize="1" noEditPoints="1" noAdjustHandles="1" noChangeArrowheads="1" noChangeShapeType="1" noTextEdit="1"/>
              </p:cNvSpPr>
              <p:nvPr/>
            </p:nvSpPr>
            <p:spPr>
              <a:xfrm>
                <a:off x="409576" y="5766415"/>
                <a:ext cx="7936864" cy="646331"/>
              </a:xfrm>
              <a:prstGeom prst="rect">
                <a:avLst/>
              </a:prstGeom>
              <a:blipFill>
                <a:blip r:embed="rId2"/>
                <a:stretch>
                  <a:fillRect l="-614" t="-4717" b="-14151"/>
                </a:stretch>
              </a:blipFill>
            </p:spPr>
            <p:txBody>
              <a:bodyPr/>
              <a:lstStyle/>
              <a:p>
                <a:r>
                  <a:rPr lang="en-GB">
                    <a:noFill/>
                  </a:rPr>
                  <a:t> </a:t>
                </a:r>
              </a:p>
            </p:txBody>
          </p:sp>
        </mc:Fallback>
      </mc:AlternateContent>
      <p:pic>
        <p:nvPicPr>
          <p:cNvPr id="15" name="Picture 14">
            <a:extLst>
              <a:ext uri="{FF2B5EF4-FFF2-40B4-BE49-F238E27FC236}">
                <a16:creationId xmlns:a16="http://schemas.microsoft.com/office/drawing/2014/main" id="{382B7527-062B-1181-BA3D-6C9DF5C1CDAC}"/>
              </a:ext>
            </a:extLst>
          </p:cNvPr>
          <p:cNvPicPr>
            <a:picLocks noChangeAspect="1"/>
          </p:cNvPicPr>
          <p:nvPr/>
        </p:nvPicPr>
        <p:blipFill>
          <a:blip r:embed="rId3"/>
          <a:stretch>
            <a:fillRect/>
          </a:stretch>
        </p:blipFill>
        <p:spPr>
          <a:xfrm>
            <a:off x="409576" y="1208405"/>
            <a:ext cx="5823584" cy="4349259"/>
          </a:xfrm>
          <a:prstGeom prst="rect">
            <a:avLst/>
          </a:prstGeom>
        </p:spPr>
      </p:pic>
    </p:spTree>
    <p:extLst>
      <p:ext uri="{BB962C8B-B14F-4D97-AF65-F5344CB8AC3E}">
        <p14:creationId xmlns:p14="http://schemas.microsoft.com/office/powerpoint/2010/main" val="1870979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C8676-922B-5E12-D841-A3B8EB7F8166}"/>
              </a:ext>
            </a:extLst>
          </p:cNvPr>
          <p:cNvSpPr>
            <a:spLocks noGrp="1"/>
          </p:cNvSpPr>
          <p:nvPr>
            <p:ph type="ctrTitle"/>
          </p:nvPr>
        </p:nvSpPr>
        <p:spPr>
          <a:xfrm>
            <a:off x="409576" y="409575"/>
            <a:ext cx="8810624" cy="1009650"/>
          </a:xfrm>
        </p:spPr>
        <p:txBody>
          <a:bodyPr/>
          <a:lstStyle/>
          <a:p>
            <a:r>
              <a:rPr lang="en-US" dirty="0"/>
              <a:t>Extension: trip-level car dependence</a:t>
            </a:r>
            <a:endParaRPr lang="en-GB" dirty="0"/>
          </a:p>
        </p:txBody>
      </p:sp>
      <p:sp>
        <p:nvSpPr>
          <p:cNvPr id="3" name="Content Placeholder 2">
            <a:extLst>
              <a:ext uri="{FF2B5EF4-FFF2-40B4-BE49-F238E27FC236}">
                <a16:creationId xmlns:a16="http://schemas.microsoft.com/office/drawing/2014/main" id="{2BFC4FF3-C9CD-77C1-A5B2-BA6F6A034958}"/>
              </a:ext>
            </a:extLst>
          </p:cNvPr>
          <p:cNvSpPr>
            <a:spLocks noGrp="1"/>
          </p:cNvSpPr>
          <p:nvPr>
            <p:ph idx="1"/>
          </p:nvPr>
        </p:nvSpPr>
        <p:spPr/>
        <p:txBody>
          <a:bodyPr/>
          <a:lstStyle/>
          <a:p>
            <a:r>
              <a:rPr lang="en-US" dirty="0"/>
              <a:t>Apply the methodology to a given trip in the day e.g., the </a:t>
            </a:r>
            <a:r>
              <a:rPr lang="en-US" b="1" dirty="0">
                <a:solidFill>
                  <a:schemeClr val="accent1">
                    <a:lumMod val="60000"/>
                    <a:lumOff val="40000"/>
                  </a:schemeClr>
                </a:solidFill>
              </a:rPr>
              <a:t>commute or school drop-off</a:t>
            </a:r>
          </a:p>
          <a:p>
            <a:r>
              <a:rPr lang="en-GB" dirty="0"/>
              <a:t>For agents who travel to work (or school dropoff) by car in their selected plan, compare the utility of this trip against alternative plans where car is not used</a:t>
            </a:r>
          </a:p>
          <a:p>
            <a:r>
              <a:rPr lang="en-GB" dirty="0"/>
              <a:t>Include additional term to flexibility transform to account for </a:t>
            </a:r>
            <a:r>
              <a:rPr lang="en-GB" b="1" dirty="0">
                <a:solidFill>
                  <a:schemeClr val="accent1">
                    <a:lumMod val="60000"/>
                    <a:lumOff val="40000"/>
                  </a:schemeClr>
                </a:solidFill>
              </a:rPr>
              <a:t>downstream scheduling effects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124450F-80A2-B370-E771-75A880E734AB}"/>
                  </a:ext>
                </a:extLst>
              </p:cNvPr>
              <p:cNvSpPr txBox="1"/>
              <p:nvPr/>
            </p:nvSpPr>
            <p:spPr>
              <a:xfrm>
                <a:off x="418539" y="4115225"/>
                <a:ext cx="6729021" cy="935834"/>
              </a:xfrm>
              <a:prstGeom prst="rect">
                <a:avLst/>
              </a:prstGeom>
              <a:noFill/>
            </p:spPr>
            <p:txBody>
              <a:bodyPr wrap="square" lIns="0" tIns="0" rIns="0" bIns="0" rtlCol="0">
                <a:spAutoFit/>
              </a:bodyPr>
              <a:lstStyle/>
              <a:p>
                <a:pPr/>
                <a14:m>
                  <m:oMathPara xmlns:m="http://schemas.openxmlformats.org/officeDocument/2006/math">
                    <m:oMathParaPr>
                      <m:jc m:val="left"/>
                    </m:oMathParaPr>
                    <m:oMath>
                      <m:r>
                        <a:rPr lang="en-US" sz="2800" b="1" i="1" smtClean="0">
                          <a:latin typeface="Cambria Math" panose="02040503050406030204" pitchFamily="18" charset="0"/>
                        </a:rPr>
                        <m:t>𝑭</m:t>
                      </m:r>
                      <m:r>
                        <a:rPr lang="en-US" sz="2800" b="1" i="1" smtClean="0">
                          <a:latin typeface="Cambria Math" panose="02040503050406030204" pitchFamily="18" charset="0"/>
                        </a:rPr>
                        <m:t>= </m:t>
                      </m:r>
                      <m:f>
                        <m:fPr>
                          <m:ctrlPr>
                            <a:rPr lang="en-US" sz="2800" b="1" i="1" smtClean="0">
                              <a:latin typeface="Cambria Math" panose="02040503050406030204" pitchFamily="18" charset="0"/>
                            </a:rPr>
                          </m:ctrlPr>
                        </m:fPr>
                        <m:num>
                          <m:r>
                            <a:rPr lang="en-US" sz="2800" b="1" i="1" smtClean="0">
                              <a:latin typeface="Cambria Math" panose="02040503050406030204" pitchFamily="18" charset="0"/>
                            </a:rPr>
                            <m:t>𝟏</m:t>
                          </m:r>
                        </m:num>
                        <m:den>
                          <m:r>
                            <a:rPr lang="en-US" sz="2800" b="1" i="1" smtClean="0">
                              <a:latin typeface="Cambria Math" panose="02040503050406030204" pitchFamily="18" charset="0"/>
                            </a:rPr>
                            <m:t>𝟏</m:t>
                          </m:r>
                          <m:r>
                            <a:rPr lang="en-US" sz="2800" b="1" i="1" smtClean="0">
                              <a:latin typeface="Cambria Math" panose="02040503050406030204" pitchFamily="18" charset="0"/>
                            </a:rPr>
                            <m:t>+</m:t>
                          </m:r>
                          <m:r>
                            <a:rPr lang="en-US" sz="2800" b="1" i="0" smtClean="0">
                              <a:latin typeface="Cambria Math" panose="02040503050406030204" pitchFamily="18" charset="0"/>
                            </a:rPr>
                            <m:t>𝐞𝐱𝐩</m:t>
                          </m:r>
                          <m:r>
                            <a:rPr lang="en-US" sz="2800" b="1" i="1" smtClean="0">
                              <a:latin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𝝁</m:t>
                          </m:r>
                          <m:r>
                            <a:rPr lang="en-US" sz="2800" b="1" i="1" smtClean="0">
                              <a:latin typeface="Cambria Math" panose="02040503050406030204" pitchFamily="18" charset="0"/>
                              <a:ea typeface="Cambria Math" panose="02040503050406030204" pitchFamily="18" charset="0"/>
                            </a:rPr>
                            <m:t>∙(∆</m:t>
                          </m:r>
                          <m:sSub>
                            <m:sSubPr>
                              <m:ctrlPr>
                                <a:rPr lang="en-US" sz="2800" b="1" i="1" smtClean="0">
                                  <a:latin typeface="Cambria Math" panose="02040503050406030204" pitchFamily="18" charset="0"/>
                                  <a:ea typeface="Cambria Math" panose="02040503050406030204" pitchFamily="18" charset="0"/>
                                </a:rPr>
                              </m:ctrlPr>
                            </m:sSubPr>
                            <m:e>
                              <m:r>
                                <a:rPr lang="en-US" sz="2800" b="1" i="1" smtClean="0">
                                  <a:latin typeface="Cambria Math" panose="02040503050406030204" pitchFamily="18" charset="0"/>
                                  <a:ea typeface="Cambria Math" panose="02040503050406030204" pitchFamily="18" charset="0"/>
                                </a:rPr>
                                <m:t>𝑼</m:t>
                              </m:r>
                            </m:e>
                            <m:sub>
                              <m:r>
                                <a:rPr lang="en-US" sz="2800" b="1" i="1" smtClean="0">
                                  <a:latin typeface="Cambria Math" panose="02040503050406030204" pitchFamily="18" charset="0"/>
                                  <a:ea typeface="Cambria Math" panose="02040503050406030204" pitchFamily="18" charset="0"/>
                                </a:rPr>
                                <m:t>𝒕𝒓𝒊𝒑</m:t>
                              </m:r>
                            </m:sub>
                          </m:sSub>
                          <m:r>
                            <a:rPr lang="en-US" sz="2800" b="1" i="1">
                              <a:latin typeface="Cambria Math" panose="02040503050406030204" pitchFamily="18" charset="0"/>
                              <a:ea typeface="Cambria Math" panose="02040503050406030204" pitchFamily="18" charset="0"/>
                            </a:rPr>
                            <m:t>+∆</m:t>
                          </m:r>
                          <m:sSub>
                            <m:sSubPr>
                              <m:ctrlPr>
                                <a:rPr lang="en-US" sz="2800" b="1" i="1" smtClean="0">
                                  <a:latin typeface="Cambria Math" panose="02040503050406030204" pitchFamily="18" charset="0"/>
                                  <a:ea typeface="Cambria Math" panose="02040503050406030204" pitchFamily="18" charset="0"/>
                                </a:rPr>
                              </m:ctrlPr>
                            </m:sSubPr>
                            <m:e>
                              <m:r>
                                <a:rPr lang="en-US" sz="2800" b="1" i="1" smtClean="0">
                                  <a:latin typeface="Cambria Math" panose="02040503050406030204" pitchFamily="18" charset="0"/>
                                  <a:ea typeface="Cambria Math" panose="02040503050406030204" pitchFamily="18" charset="0"/>
                                </a:rPr>
                                <m:t>𝑼</m:t>
                              </m:r>
                            </m:e>
                            <m:sub>
                              <m:r>
                                <a:rPr lang="en-US" sz="2800" b="1" i="1" smtClean="0">
                                  <a:latin typeface="Cambria Math" panose="02040503050406030204" pitchFamily="18" charset="0"/>
                                  <a:ea typeface="Cambria Math" panose="02040503050406030204" pitchFamily="18" charset="0"/>
                                </a:rPr>
                                <m:t>𝒂𝒄𝒕𝒊𝒗𝒊𝒕𝒚</m:t>
                              </m:r>
                            </m:sub>
                          </m:sSub>
                          <m:r>
                            <a:rPr lang="en-US" sz="2800" b="1" i="1" smtClean="0">
                              <a:latin typeface="Cambria Math" panose="02040503050406030204" pitchFamily="18" charset="0"/>
                              <a:ea typeface="Cambria Math" panose="02040503050406030204" pitchFamily="18" charset="0"/>
                            </a:rPr>
                            <m:t>))</m:t>
                          </m:r>
                        </m:den>
                      </m:f>
                    </m:oMath>
                  </m:oMathPara>
                </a14:m>
                <a:endParaRPr lang="en-GB" sz="2800" b="1" dirty="0"/>
              </a:p>
            </p:txBody>
          </p:sp>
        </mc:Choice>
        <mc:Fallback xmlns="">
          <p:sp>
            <p:nvSpPr>
              <p:cNvPr id="5" name="TextBox 4">
                <a:extLst>
                  <a:ext uri="{FF2B5EF4-FFF2-40B4-BE49-F238E27FC236}">
                    <a16:creationId xmlns:a16="http://schemas.microsoft.com/office/drawing/2014/main" id="{9124450F-80A2-B370-E771-75A880E734AB}"/>
                  </a:ext>
                </a:extLst>
              </p:cNvPr>
              <p:cNvSpPr txBox="1">
                <a:spLocks noRot="1" noChangeAspect="1" noMove="1" noResize="1" noEditPoints="1" noAdjustHandles="1" noChangeArrowheads="1" noChangeShapeType="1" noTextEdit="1"/>
              </p:cNvSpPr>
              <p:nvPr/>
            </p:nvSpPr>
            <p:spPr>
              <a:xfrm>
                <a:off x="418539" y="4115225"/>
                <a:ext cx="6729021" cy="935834"/>
              </a:xfrm>
              <a:prstGeom prst="rect">
                <a:avLst/>
              </a:prstGeom>
              <a:blipFill>
                <a:blip r:embed="rId3"/>
                <a:stretch>
                  <a:fillRect/>
                </a:stretch>
              </a:blipFill>
            </p:spPr>
            <p:txBody>
              <a:bodyPr/>
              <a:lstStyle/>
              <a:p>
                <a:r>
                  <a:rPr lang="en-GB">
                    <a:noFill/>
                  </a:rPr>
                  <a:t> </a:t>
                </a:r>
              </a:p>
            </p:txBody>
          </p:sp>
        </mc:Fallback>
      </mc:AlternateContent>
      <p:sp>
        <p:nvSpPr>
          <p:cNvPr id="6" name="TextBox 5">
            <a:extLst>
              <a:ext uri="{FF2B5EF4-FFF2-40B4-BE49-F238E27FC236}">
                <a16:creationId xmlns:a16="http://schemas.microsoft.com/office/drawing/2014/main" id="{AE295F36-7825-5B0C-8066-7CA20E4BDB04}"/>
              </a:ext>
            </a:extLst>
          </p:cNvPr>
          <p:cNvSpPr txBox="1"/>
          <p:nvPr/>
        </p:nvSpPr>
        <p:spPr>
          <a:xfrm>
            <a:off x="418538" y="5548660"/>
            <a:ext cx="10940342" cy="369332"/>
          </a:xfrm>
          <a:prstGeom prst="rect">
            <a:avLst/>
          </a:prstGeom>
          <a:noFill/>
        </p:spPr>
        <p:txBody>
          <a:bodyPr wrap="square" rtlCol="0">
            <a:spAutoFit/>
          </a:bodyPr>
          <a:lstStyle/>
          <a:p>
            <a:r>
              <a:rPr lang="en-US" b="1" dirty="0">
                <a:solidFill>
                  <a:schemeClr val="accent6">
                    <a:lumMod val="75000"/>
                  </a:schemeClr>
                </a:solidFill>
              </a:rPr>
              <a:t>We can find which agents are able to reduce car across the day, but not for essential trips</a:t>
            </a:r>
            <a:endParaRPr lang="en-GB" b="1" dirty="0">
              <a:solidFill>
                <a:schemeClr val="accent6">
                  <a:lumMod val="75000"/>
                </a:schemeClr>
              </a:solidFill>
            </a:endParaRPr>
          </a:p>
        </p:txBody>
      </p:sp>
    </p:spTree>
    <p:extLst>
      <p:ext uri="{BB962C8B-B14F-4D97-AF65-F5344CB8AC3E}">
        <p14:creationId xmlns:p14="http://schemas.microsoft.com/office/powerpoint/2010/main" val="3914408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BB2CF-165F-ED25-1F5A-D0941FD9ECB9}"/>
              </a:ext>
            </a:extLst>
          </p:cNvPr>
          <p:cNvSpPr>
            <a:spLocks noGrp="1"/>
          </p:cNvSpPr>
          <p:nvPr>
            <p:ph type="ctrTitle"/>
          </p:nvPr>
        </p:nvSpPr>
        <p:spPr>
          <a:xfrm>
            <a:off x="409576" y="409575"/>
            <a:ext cx="9552304" cy="1009650"/>
          </a:xfrm>
        </p:spPr>
        <p:txBody>
          <a:bodyPr/>
          <a:lstStyle/>
          <a:p>
            <a:r>
              <a:rPr lang="en-US" dirty="0"/>
              <a:t>Extension: trip-level car dependence</a:t>
            </a:r>
            <a:endParaRPr lang="en-GB" dirty="0"/>
          </a:p>
        </p:txBody>
      </p:sp>
      <p:pic>
        <p:nvPicPr>
          <p:cNvPr id="7" name="Picture 6">
            <a:extLst>
              <a:ext uri="{FF2B5EF4-FFF2-40B4-BE49-F238E27FC236}">
                <a16:creationId xmlns:a16="http://schemas.microsoft.com/office/drawing/2014/main" id="{3D194FE1-3CAD-61AC-C94E-E9CBB51A79D5}"/>
              </a:ext>
            </a:extLst>
          </p:cNvPr>
          <p:cNvPicPr>
            <a:picLocks noChangeAspect="1"/>
          </p:cNvPicPr>
          <p:nvPr/>
        </p:nvPicPr>
        <p:blipFill>
          <a:blip r:embed="rId2"/>
          <a:stretch>
            <a:fillRect/>
          </a:stretch>
        </p:blipFill>
        <p:spPr>
          <a:xfrm>
            <a:off x="5122545" y="2230121"/>
            <a:ext cx="4856652" cy="3627120"/>
          </a:xfrm>
          <a:prstGeom prst="rect">
            <a:avLst/>
          </a:prstGeom>
        </p:spPr>
      </p:pic>
      <p:pic>
        <p:nvPicPr>
          <p:cNvPr id="9" name="Picture 8">
            <a:extLst>
              <a:ext uri="{FF2B5EF4-FFF2-40B4-BE49-F238E27FC236}">
                <a16:creationId xmlns:a16="http://schemas.microsoft.com/office/drawing/2014/main" id="{A368E6FA-C5E0-BC34-4613-2EC2BE24F024}"/>
              </a:ext>
            </a:extLst>
          </p:cNvPr>
          <p:cNvPicPr>
            <a:picLocks noChangeAspect="1"/>
          </p:cNvPicPr>
          <p:nvPr/>
        </p:nvPicPr>
        <p:blipFill>
          <a:blip r:embed="rId3"/>
          <a:stretch>
            <a:fillRect/>
          </a:stretch>
        </p:blipFill>
        <p:spPr>
          <a:xfrm>
            <a:off x="409576" y="1330960"/>
            <a:ext cx="4341073" cy="4526280"/>
          </a:xfrm>
          <a:prstGeom prst="rect">
            <a:avLst/>
          </a:prstGeom>
        </p:spPr>
      </p:pic>
      <p:sp>
        <p:nvSpPr>
          <p:cNvPr id="10" name="TextBox 9">
            <a:extLst>
              <a:ext uri="{FF2B5EF4-FFF2-40B4-BE49-F238E27FC236}">
                <a16:creationId xmlns:a16="http://schemas.microsoft.com/office/drawing/2014/main" id="{26E6FA18-2972-1E68-51BA-1321E6923A0E}"/>
              </a:ext>
            </a:extLst>
          </p:cNvPr>
          <p:cNvSpPr txBox="1"/>
          <p:nvPr/>
        </p:nvSpPr>
        <p:spPr>
          <a:xfrm>
            <a:off x="5122545" y="1330960"/>
            <a:ext cx="4649152" cy="646331"/>
          </a:xfrm>
          <a:prstGeom prst="rect">
            <a:avLst/>
          </a:prstGeom>
          <a:noFill/>
        </p:spPr>
        <p:txBody>
          <a:bodyPr wrap="square" rtlCol="0">
            <a:spAutoFit/>
          </a:bodyPr>
          <a:lstStyle/>
          <a:p>
            <a:r>
              <a:rPr lang="en-US" dirty="0"/>
              <a:t>Comparison to employment public transport accessibility indicators (30 minutes)</a:t>
            </a:r>
            <a:endParaRPr lang="en-GB" dirty="0"/>
          </a:p>
        </p:txBody>
      </p:sp>
    </p:spTree>
    <p:extLst>
      <p:ext uri="{BB962C8B-B14F-4D97-AF65-F5344CB8AC3E}">
        <p14:creationId xmlns:p14="http://schemas.microsoft.com/office/powerpoint/2010/main" val="1651930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ACBCC81-7C72-A81D-48C8-1E77B1C76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317CD-32CF-BDAF-3F05-FFC2817C4A50}"/>
              </a:ext>
            </a:extLst>
          </p:cNvPr>
          <p:cNvSpPr>
            <a:spLocks noGrp="1"/>
          </p:cNvSpPr>
          <p:nvPr>
            <p:ph type="ctrTitle"/>
          </p:nvPr>
        </p:nvSpPr>
        <p:spPr>
          <a:xfrm>
            <a:off x="409576" y="409575"/>
            <a:ext cx="11472654" cy="1009650"/>
          </a:xfrm>
        </p:spPr>
        <p:txBody>
          <a:bodyPr/>
          <a:lstStyle/>
          <a:p>
            <a:r>
              <a:rPr lang="en-US" dirty="0"/>
              <a:t>Extension: trip-level car dependence </a:t>
            </a:r>
            <a:r>
              <a:rPr lang="en-US" sz="2000" dirty="0"/>
              <a:t>– </a:t>
            </a:r>
            <a:r>
              <a:rPr lang="en-US" sz="2000" dirty="0" err="1"/>
              <a:t>fullpop</a:t>
            </a:r>
            <a:r>
              <a:rPr lang="en-US" sz="2000" dirty="0"/>
              <a:t> old methods</a:t>
            </a:r>
            <a:endParaRPr lang="en-GB" dirty="0"/>
          </a:p>
        </p:txBody>
      </p:sp>
      <p:sp>
        <p:nvSpPr>
          <p:cNvPr id="10" name="TextBox 9">
            <a:extLst>
              <a:ext uri="{FF2B5EF4-FFF2-40B4-BE49-F238E27FC236}">
                <a16:creationId xmlns:a16="http://schemas.microsoft.com/office/drawing/2014/main" id="{C007DF20-887D-8969-C864-4E29E4D0D258}"/>
              </a:ext>
            </a:extLst>
          </p:cNvPr>
          <p:cNvSpPr txBox="1"/>
          <p:nvPr/>
        </p:nvSpPr>
        <p:spPr>
          <a:xfrm>
            <a:off x="5122545" y="1330960"/>
            <a:ext cx="4649152" cy="646331"/>
          </a:xfrm>
          <a:prstGeom prst="rect">
            <a:avLst/>
          </a:prstGeom>
          <a:noFill/>
        </p:spPr>
        <p:txBody>
          <a:bodyPr wrap="square" rtlCol="0">
            <a:spAutoFit/>
          </a:bodyPr>
          <a:lstStyle/>
          <a:p>
            <a:r>
              <a:rPr lang="en-US" dirty="0"/>
              <a:t>Comparison to employment public transport accessibility indicators (30 minutes)</a:t>
            </a:r>
            <a:endParaRPr lang="en-GB" dirty="0"/>
          </a:p>
        </p:txBody>
      </p:sp>
      <p:pic>
        <p:nvPicPr>
          <p:cNvPr id="4" name="Picture 3">
            <a:extLst>
              <a:ext uri="{FF2B5EF4-FFF2-40B4-BE49-F238E27FC236}">
                <a16:creationId xmlns:a16="http://schemas.microsoft.com/office/drawing/2014/main" id="{4C51F0BD-8AC4-C843-0D66-4983F1594F26}"/>
              </a:ext>
            </a:extLst>
          </p:cNvPr>
          <p:cNvPicPr>
            <a:picLocks noChangeAspect="1"/>
          </p:cNvPicPr>
          <p:nvPr/>
        </p:nvPicPr>
        <p:blipFill>
          <a:blip r:embed="rId2"/>
          <a:stretch>
            <a:fillRect/>
          </a:stretch>
        </p:blipFill>
        <p:spPr>
          <a:xfrm>
            <a:off x="409577" y="1053548"/>
            <a:ext cx="4410968" cy="4803693"/>
          </a:xfrm>
          <a:prstGeom prst="rect">
            <a:avLst/>
          </a:prstGeom>
        </p:spPr>
      </p:pic>
      <p:pic>
        <p:nvPicPr>
          <p:cNvPr id="6" name="Picture 5">
            <a:extLst>
              <a:ext uri="{FF2B5EF4-FFF2-40B4-BE49-F238E27FC236}">
                <a16:creationId xmlns:a16="http://schemas.microsoft.com/office/drawing/2014/main" id="{D7E1681F-7AD4-001E-87A8-32C84D415F9F}"/>
              </a:ext>
            </a:extLst>
          </p:cNvPr>
          <p:cNvPicPr>
            <a:picLocks noChangeAspect="1"/>
          </p:cNvPicPr>
          <p:nvPr/>
        </p:nvPicPr>
        <p:blipFill>
          <a:blip r:embed="rId3"/>
          <a:stretch>
            <a:fillRect/>
          </a:stretch>
        </p:blipFill>
        <p:spPr>
          <a:xfrm>
            <a:off x="5122545" y="2480836"/>
            <a:ext cx="4520949" cy="3376405"/>
          </a:xfrm>
          <a:prstGeom prst="rect">
            <a:avLst/>
          </a:prstGeom>
        </p:spPr>
      </p:pic>
    </p:spTree>
    <p:extLst>
      <p:ext uri="{BB962C8B-B14F-4D97-AF65-F5344CB8AC3E}">
        <p14:creationId xmlns:p14="http://schemas.microsoft.com/office/powerpoint/2010/main" val="3827167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10841-E7DC-B5D4-55CC-4546B03950B2}"/>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459E2CE2-A5F4-445D-E421-96A7E187E82F}"/>
              </a:ext>
            </a:extLst>
          </p:cNvPr>
          <p:cNvSpPr>
            <a:spLocks noGrp="1"/>
          </p:cNvSpPr>
          <p:nvPr>
            <p:ph type="ctrTitle"/>
          </p:nvPr>
        </p:nvSpPr>
        <p:spPr>
          <a:xfrm>
            <a:off x="456564" y="409575"/>
            <a:ext cx="9429116" cy="1242244"/>
          </a:xfrm>
        </p:spPr>
        <p:txBody>
          <a:bodyPr/>
          <a:lstStyle/>
          <a:p>
            <a:r>
              <a:rPr lang="en-US" dirty="0"/>
              <a:t>Extension: trip-level car dependence</a:t>
            </a:r>
            <a:endParaRPr lang="en-GB" dirty="0"/>
          </a:p>
        </p:txBody>
      </p:sp>
      <p:sp>
        <p:nvSpPr>
          <p:cNvPr id="29" name="Text Placeholder 28">
            <a:extLst>
              <a:ext uri="{FF2B5EF4-FFF2-40B4-BE49-F238E27FC236}">
                <a16:creationId xmlns:a16="http://schemas.microsoft.com/office/drawing/2014/main" id="{C0AB298D-F402-2CC0-E836-B6D4421DB46C}"/>
              </a:ext>
            </a:extLst>
          </p:cNvPr>
          <p:cNvSpPr>
            <a:spLocks noGrp="1"/>
          </p:cNvSpPr>
          <p:nvPr>
            <p:ph type="body" sz="quarter" idx="11"/>
          </p:nvPr>
        </p:nvSpPr>
        <p:spPr/>
        <p:txBody>
          <a:bodyPr/>
          <a:lstStyle/>
          <a:p>
            <a:r>
              <a:rPr lang="en-US" b="1" dirty="0">
                <a:solidFill>
                  <a:schemeClr val="accent1">
                    <a:lumMod val="60000"/>
                    <a:lumOff val="40000"/>
                  </a:schemeClr>
                </a:solidFill>
              </a:rPr>
              <a:t>Commute</a:t>
            </a:r>
          </a:p>
          <a:p>
            <a:r>
              <a:rPr lang="en-US" b="1" dirty="0">
                <a:solidFill>
                  <a:schemeClr val="accent6">
                    <a:lumMod val="75000"/>
                  </a:schemeClr>
                </a:solidFill>
              </a:rPr>
              <a:t>42% </a:t>
            </a:r>
            <a:r>
              <a:rPr lang="en-US" dirty="0"/>
              <a:t>of agents retain car in best day-level car-reducing alternative</a:t>
            </a:r>
            <a:endParaRPr lang="en-GB" dirty="0"/>
          </a:p>
        </p:txBody>
      </p:sp>
      <p:sp>
        <p:nvSpPr>
          <p:cNvPr id="30" name="Text Placeholder 29">
            <a:extLst>
              <a:ext uri="{FF2B5EF4-FFF2-40B4-BE49-F238E27FC236}">
                <a16:creationId xmlns:a16="http://schemas.microsoft.com/office/drawing/2014/main" id="{C7528E6D-02D6-B612-8F8C-2C3EC5313104}"/>
              </a:ext>
            </a:extLst>
          </p:cNvPr>
          <p:cNvSpPr>
            <a:spLocks noGrp="1"/>
          </p:cNvSpPr>
          <p:nvPr>
            <p:ph type="body" sz="quarter" idx="12"/>
          </p:nvPr>
        </p:nvSpPr>
        <p:spPr/>
        <p:txBody>
          <a:bodyPr/>
          <a:lstStyle/>
          <a:p>
            <a:r>
              <a:rPr lang="en-US" b="1" dirty="0">
                <a:solidFill>
                  <a:schemeClr val="accent1">
                    <a:lumMod val="60000"/>
                    <a:lumOff val="40000"/>
                  </a:schemeClr>
                </a:solidFill>
              </a:rPr>
              <a:t>School drop-off</a:t>
            </a:r>
          </a:p>
          <a:p>
            <a:r>
              <a:rPr lang="en-US" b="1" dirty="0">
                <a:solidFill>
                  <a:schemeClr val="accent6">
                    <a:lumMod val="75000"/>
                  </a:schemeClr>
                </a:solidFill>
              </a:rPr>
              <a:t>49% </a:t>
            </a:r>
            <a:r>
              <a:rPr lang="en-US" dirty="0"/>
              <a:t>of agents retain car in best day-level car-reducing alternative</a:t>
            </a:r>
            <a:endParaRPr lang="en-GB" dirty="0"/>
          </a:p>
        </p:txBody>
      </p:sp>
      <p:pic>
        <p:nvPicPr>
          <p:cNvPr id="34" name="Picture 33">
            <a:extLst>
              <a:ext uri="{FF2B5EF4-FFF2-40B4-BE49-F238E27FC236}">
                <a16:creationId xmlns:a16="http://schemas.microsoft.com/office/drawing/2014/main" id="{10750EB0-A233-B956-8A2D-0FA6154D7559}"/>
              </a:ext>
            </a:extLst>
          </p:cNvPr>
          <p:cNvPicPr>
            <a:picLocks noChangeAspect="1"/>
          </p:cNvPicPr>
          <p:nvPr/>
        </p:nvPicPr>
        <p:blipFill>
          <a:blip r:embed="rId2"/>
          <a:stretch>
            <a:fillRect/>
          </a:stretch>
        </p:blipFill>
        <p:spPr>
          <a:xfrm>
            <a:off x="1195002" y="1157429"/>
            <a:ext cx="3346518" cy="3281221"/>
          </a:xfrm>
          <a:prstGeom prst="rect">
            <a:avLst/>
          </a:prstGeom>
        </p:spPr>
      </p:pic>
      <p:pic>
        <p:nvPicPr>
          <p:cNvPr id="36" name="Picture 35">
            <a:extLst>
              <a:ext uri="{FF2B5EF4-FFF2-40B4-BE49-F238E27FC236}">
                <a16:creationId xmlns:a16="http://schemas.microsoft.com/office/drawing/2014/main" id="{E0132865-2913-43CA-9FCA-5E1FACBB705A}"/>
              </a:ext>
            </a:extLst>
          </p:cNvPr>
          <p:cNvPicPr>
            <a:picLocks noChangeAspect="1"/>
          </p:cNvPicPr>
          <p:nvPr/>
        </p:nvPicPr>
        <p:blipFill>
          <a:blip r:embed="rId3"/>
          <a:stretch>
            <a:fillRect/>
          </a:stretch>
        </p:blipFill>
        <p:spPr>
          <a:xfrm>
            <a:off x="6980919" y="1157429"/>
            <a:ext cx="3213912" cy="3281220"/>
          </a:xfrm>
          <a:prstGeom prst="rect">
            <a:avLst/>
          </a:prstGeom>
        </p:spPr>
      </p:pic>
    </p:spTree>
    <p:extLst>
      <p:ext uri="{BB962C8B-B14F-4D97-AF65-F5344CB8AC3E}">
        <p14:creationId xmlns:p14="http://schemas.microsoft.com/office/powerpoint/2010/main" val="2800718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75E25-71C5-A728-D0B1-5C559B9F7539}"/>
              </a:ext>
            </a:extLst>
          </p:cNvPr>
          <p:cNvSpPr>
            <a:spLocks noGrp="1"/>
          </p:cNvSpPr>
          <p:nvPr>
            <p:ph type="ctrTitle"/>
          </p:nvPr>
        </p:nvSpPr>
        <p:spPr/>
        <p:txBody>
          <a:bodyPr/>
          <a:lstStyle/>
          <a:p>
            <a:r>
              <a:rPr lang="en-US" dirty="0"/>
              <a:t>Next steps</a:t>
            </a:r>
            <a:endParaRPr lang="en-GB" dirty="0"/>
          </a:p>
        </p:txBody>
      </p:sp>
      <p:sp>
        <p:nvSpPr>
          <p:cNvPr id="5" name="Text Placeholder 4">
            <a:extLst>
              <a:ext uri="{FF2B5EF4-FFF2-40B4-BE49-F238E27FC236}">
                <a16:creationId xmlns:a16="http://schemas.microsoft.com/office/drawing/2014/main" id="{BF26E853-EDD4-D229-A715-F94A6E92309A}"/>
              </a:ext>
            </a:extLst>
          </p:cNvPr>
          <p:cNvSpPr>
            <a:spLocks noGrp="1"/>
          </p:cNvSpPr>
          <p:nvPr>
            <p:ph type="body" sz="quarter" idx="11"/>
          </p:nvPr>
        </p:nvSpPr>
        <p:spPr>
          <a:xfrm>
            <a:off x="440783" y="1916825"/>
            <a:ext cx="10815282" cy="4458854"/>
          </a:xfrm>
        </p:spPr>
        <p:txBody>
          <a:bodyPr/>
          <a:lstStyle/>
          <a:p>
            <a:pPr marL="114300" indent="-342900">
              <a:buFont typeface="Wingdings" panose="05000000000000000000" pitchFamily="2" charset="2"/>
              <a:buChar char="§"/>
            </a:pPr>
            <a:r>
              <a:rPr lang="en-GB" sz="2400" dirty="0"/>
              <a:t>Modal elimination (100% car reduction)</a:t>
            </a:r>
          </a:p>
          <a:p>
            <a:pPr marL="114300" indent="-342900">
              <a:buFont typeface="Wingdings" panose="05000000000000000000" pitchFamily="2" charset="2"/>
              <a:buChar char="§"/>
            </a:pPr>
            <a:r>
              <a:rPr lang="en-GB" sz="2400" dirty="0"/>
              <a:t>Network-level modal resilience</a:t>
            </a:r>
          </a:p>
          <a:p>
            <a:pPr marL="114300" indent="-342900">
              <a:buFont typeface="Wingdings" panose="05000000000000000000" pitchFamily="2" charset="2"/>
              <a:buChar char="§"/>
            </a:pPr>
            <a:r>
              <a:rPr lang="en-GB" sz="2400" dirty="0"/>
              <a:t>Disaster scenario testing including route flexibility</a:t>
            </a:r>
          </a:p>
          <a:p>
            <a:pPr marL="114300" indent="-342900">
              <a:buFont typeface="Wingdings" panose="05000000000000000000" pitchFamily="2" charset="2"/>
              <a:buChar char="§"/>
            </a:pPr>
            <a:r>
              <a:rPr lang="en-GB" sz="2400" dirty="0"/>
              <a:t>Modelling of outcome distributions to understand relationships between demographics, geography, and flexibility more robustly</a:t>
            </a:r>
          </a:p>
          <a:p>
            <a:pPr marL="114300" indent="-342900">
              <a:buFont typeface="Wingdings" panose="05000000000000000000" pitchFamily="2" charset="2"/>
              <a:buChar char="§"/>
            </a:pPr>
            <a:r>
              <a:rPr lang="en-GB" sz="2400" dirty="0"/>
              <a:t>Policy scenario testing for efficacy of interventions to improve flexibility</a:t>
            </a:r>
          </a:p>
        </p:txBody>
      </p:sp>
    </p:spTree>
    <p:extLst>
      <p:ext uri="{BB962C8B-B14F-4D97-AF65-F5344CB8AC3E}">
        <p14:creationId xmlns:p14="http://schemas.microsoft.com/office/powerpoint/2010/main" val="3021422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980CB-1AEF-977A-FDD3-A97E1B040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2621B-B237-B5A7-76AD-1D9869A2116E}"/>
              </a:ext>
            </a:extLst>
          </p:cNvPr>
          <p:cNvSpPr>
            <a:spLocks noGrp="1"/>
          </p:cNvSpPr>
          <p:nvPr>
            <p:ph type="ctrTitle"/>
          </p:nvPr>
        </p:nvSpPr>
        <p:spPr/>
        <p:txBody>
          <a:bodyPr/>
          <a:lstStyle/>
          <a:p>
            <a:r>
              <a:rPr lang="en-US" dirty="0"/>
              <a:t>Conclusions</a:t>
            </a:r>
            <a:endParaRPr lang="en-GB" dirty="0"/>
          </a:p>
        </p:txBody>
      </p:sp>
      <p:sp>
        <p:nvSpPr>
          <p:cNvPr id="5" name="Text Placeholder 4">
            <a:extLst>
              <a:ext uri="{FF2B5EF4-FFF2-40B4-BE49-F238E27FC236}">
                <a16:creationId xmlns:a16="http://schemas.microsoft.com/office/drawing/2014/main" id="{811CA29D-9B4F-D167-5835-F5C486D9A3D6}"/>
              </a:ext>
            </a:extLst>
          </p:cNvPr>
          <p:cNvSpPr>
            <a:spLocks noGrp="1"/>
          </p:cNvSpPr>
          <p:nvPr>
            <p:ph type="body" sz="quarter" idx="11"/>
          </p:nvPr>
        </p:nvSpPr>
        <p:spPr>
          <a:xfrm>
            <a:off x="440782" y="1916825"/>
            <a:ext cx="11287391" cy="4458854"/>
          </a:xfrm>
        </p:spPr>
        <p:txBody>
          <a:bodyPr/>
          <a:lstStyle/>
          <a:p>
            <a:pPr marL="114300" indent="-342900">
              <a:buFont typeface="Wingdings" panose="05000000000000000000" pitchFamily="2" charset="2"/>
              <a:buChar char="§"/>
            </a:pPr>
            <a:r>
              <a:rPr lang="en-US" sz="2400" dirty="0"/>
              <a:t>Examining unselected simulated travel plans can generate a novel quantified description of modal flexibility</a:t>
            </a:r>
          </a:p>
          <a:p>
            <a:pPr marL="114300" indent="-342900">
              <a:buFont typeface="Wingdings" panose="05000000000000000000" pitchFamily="2" charset="2"/>
              <a:buChar char="§"/>
            </a:pPr>
            <a:r>
              <a:rPr lang="en-US" sz="2400" dirty="0"/>
              <a:t>Flexibility can be assessed across an entire day or for a specific trip purpose </a:t>
            </a:r>
          </a:p>
          <a:p>
            <a:pPr marL="114300" indent="-342900">
              <a:buFont typeface="Wingdings" panose="05000000000000000000" pitchFamily="2" charset="2"/>
              <a:buChar char="§"/>
            </a:pPr>
            <a:r>
              <a:rPr lang="en-US" sz="2400" dirty="0"/>
              <a:t>Flexibility is not the same as connectivity – provision does not always translate into usefulness</a:t>
            </a:r>
          </a:p>
          <a:p>
            <a:pPr marL="114300" indent="-342900">
              <a:buFont typeface="Wingdings" panose="05000000000000000000" pitchFamily="2" charset="2"/>
              <a:buChar char="§"/>
            </a:pPr>
            <a:r>
              <a:rPr lang="en-US" sz="2400" dirty="0"/>
              <a:t>It’s not just rural areas that experience low car-reducing flexibility; many urban areas suffer despite high connectivity</a:t>
            </a:r>
          </a:p>
        </p:txBody>
      </p:sp>
    </p:spTree>
    <p:extLst>
      <p:ext uri="{BB962C8B-B14F-4D97-AF65-F5344CB8AC3E}">
        <p14:creationId xmlns:p14="http://schemas.microsoft.com/office/powerpoint/2010/main" val="1577310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FBDB6-13FD-58F2-2A4C-7DCC9C436BD3}"/>
              </a:ext>
            </a:extLst>
          </p:cNvPr>
          <p:cNvSpPr>
            <a:spLocks noGrp="1"/>
          </p:cNvSpPr>
          <p:nvPr>
            <p:ph type="ctrTitle"/>
          </p:nvPr>
        </p:nvSpPr>
        <p:spPr/>
        <p:txBody>
          <a:bodyPr/>
          <a:lstStyle/>
          <a:p>
            <a:r>
              <a:rPr lang="en-US" dirty="0"/>
              <a:t>References</a:t>
            </a:r>
            <a:endParaRPr lang="en-GB" dirty="0"/>
          </a:p>
        </p:txBody>
      </p:sp>
      <p:sp>
        <p:nvSpPr>
          <p:cNvPr id="3" name="Text Placeholder 2">
            <a:extLst>
              <a:ext uri="{FF2B5EF4-FFF2-40B4-BE49-F238E27FC236}">
                <a16:creationId xmlns:a16="http://schemas.microsoft.com/office/drawing/2014/main" id="{32399BEB-C049-714D-222C-A68FE5242E26}"/>
              </a:ext>
            </a:extLst>
          </p:cNvPr>
          <p:cNvSpPr>
            <a:spLocks noGrp="1"/>
          </p:cNvSpPr>
          <p:nvPr>
            <p:ph type="body" sz="quarter" idx="11"/>
          </p:nvPr>
        </p:nvSpPr>
        <p:spPr>
          <a:xfrm>
            <a:off x="440782" y="1916825"/>
            <a:ext cx="11351995" cy="3528300"/>
          </a:xfrm>
        </p:spPr>
        <p:txBody>
          <a:bodyPr/>
          <a:lstStyle/>
          <a:p>
            <a:r>
              <a:rPr lang="en-GB" sz="1400" dirty="0" err="1"/>
              <a:t>Salutin</a:t>
            </a:r>
            <a:r>
              <a:rPr lang="en-GB" sz="1400" dirty="0"/>
              <a:t>, G. (2023) </a:t>
            </a:r>
            <a:r>
              <a:rPr lang="en-GB" sz="1400" i="1" dirty="0"/>
              <a:t>Getting the measure of transport poverty</a:t>
            </a:r>
            <a:r>
              <a:rPr lang="en-GB" sz="1400" dirty="0"/>
              <a:t>. Available at: https://www.smf.co.uk/wp-content/uploads/2023/11/Getting-the-measure-of-transport-poverty-Nov-2023.pdf (Accessed: 10 July 2026). </a:t>
            </a:r>
          </a:p>
          <a:p>
            <a:r>
              <a:rPr lang="en-GB" sz="1400" dirty="0"/>
              <a:t>Department for Transport (2025) </a:t>
            </a:r>
            <a:r>
              <a:rPr lang="en-GB" sz="1400" i="1" dirty="0"/>
              <a:t>NTS 2024: Introduction and main findings - gov.uk</a:t>
            </a:r>
            <a:r>
              <a:rPr lang="en-GB" sz="1400" dirty="0"/>
              <a:t>. Available at: https://www.gov.uk/government/statistics/national-travel-survey-2024/nts-2024-introduction-and-main-findings (Accessed: 10 July 2026). </a:t>
            </a:r>
          </a:p>
          <a:p>
            <a:r>
              <a:rPr lang="en-GB" sz="1400" dirty="0"/>
              <a:t>Bi, W., MacAskill, K. and Schooling, J. (2023) ‘Old wine in new bottles? understanding infrastructure resilience: Foundations, assessment, and limitations’, </a:t>
            </a:r>
            <a:r>
              <a:rPr lang="en-GB" sz="1400" i="1" dirty="0"/>
              <a:t>Transportation Research Part D: Transport and Environment</a:t>
            </a:r>
            <a:r>
              <a:rPr lang="en-GB" sz="1400" dirty="0"/>
              <a:t>, 120, p. 103793. doi:10.1016/j.trd.2023.103793. </a:t>
            </a:r>
          </a:p>
          <a:p>
            <a:r>
              <a:rPr lang="en-GB" sz="1400" dirty="0"/>
              <a:t>Powells, G. and Fell, M.J. (2019) ‘Flexibility capital and flexibility justice in Smart Energy Systems’, </a:t>
            </a:r>
            <a:r>
              <a:rPr lang="en-GB" sz="1400" i="1" dirty="0"/>
              <a:t>Energy Research &amp;amp; Social Science</a:t>
            </a:r>
            <a:r>
              <a:rPr lang="en-GB" sz="1400" dirty="0"/>
              <a:t>, 54, pp. 56–59. doi:10.1016/j.erss.2019.03.015. </a:t>
            </a:r>
          </a:p>
          <a:p>
            <a:r>
              <a:rPr lang="en-GB" sz="1400" dirty="0"/>
              <a:t>Doorn, N., </a:t>
            </a:r>
            <a:r>
              <a:rPr lang="en-GB" sz="1400" dirty="0" err="1"/>
              <a:t>Gardoni</a:t>
            </a:r>
            <a:r>
              <a:rPr lang="en-GB" sz="1400" dirty="0"/>
              <a:t>, P. and Murphy, C. (2018) ‘A multidisciplinary definition and evaluation of resilience: The role of social justice in defining resilience’, </a:t>
            </a:r>
            <a:r>
              <a:rPr lang="en-GB" sz="1400" i="1" dirty="0"/>
              <a:t>Sustainable and Resilient Infrastructure</a:t>
            </a:r>
            <a:r>
              <a:rPr lang="en-GB" sz="1400" dirty="0"/>
              <a:t>, 4(3), pp. 112–123. doi:10.1080/23789689.2018.1428162. </a:t>
            </a:r>
          </a:p>
          <a:p>
            <a:r>
              <a:rPr lang="en-GB" sz="1400" dirty="0"/>
              <a:t>Horni, A., Nagel, K. and </a:t>
            </a:r>
            <a:r>
              <a:rPr lang="en-GB" sz="1400" dirty="0" err="1"/>
              <a:t>Axhausen</a:t>
            </a:r>
            <a:r>
              <a:rPr lang="en-GB" sz="1400" dirty="0"/>
              <a:t>, K.W. (2016) ‘Introducing </a:t>
            </a:r>
            <a:r>
              <a:rPr lang="en-GB" sz="1400" dirty="0" err="1"/>
              <a:t>matsim</a:t>
            </a:r>
            <a:r>
              <a:rPr lang="en-GB" sz="1400" dirty="0"/>
              <a:t>’, </a:t>
            </a:r>
            <a:r>
              <a:rPr lang="en-GB" sz="1400" i="1" dirty="0"/>
              <a:t>The Multi-Agent Transport Simulation </a:t>
            </a:r>
            <a:r>
              <a:rPr lang="en-GB" sz="1400" i="1" dirty="0" err="1"/>
              <a:t>MATSim</a:t>
            </a:r>
            <a:r>
              <a:rPr lang="en-GB" sz="1400" i="1" dirty="0"/>
              <a:t>. </a:t>
            </a:r>
            <a:r>
              <a:rPr lang="en-GB" sz="1400" dirty="0"/>
              <a:t>doi:10.5334/baw.1. </a:t>
            </a:r>
          </a:p>
          <a:p>
            <a:r>
              <a:rPr lang="en-GB" sz="1400" dirty="0"/>
              <a:t>IMDb (no date) </a:t>
            </a:r>
            <a:r>
              <a:rPr lang="en-GB" sz="1400" i="1" dirty="0"/>
              <a:t>Groundhog day (1993) </a:t>
            </a:r>
            <a:r>
              <a:rPr lang="en-GB" sz="1400" dirty="0"/>
              <a:t>. Available at: https://www.imdb.com/title/tt0107048/ (Accessed: 10 July 2026). </a:t>
            </a:r>
            <a:endParaRPr lang="en-GB" sz="1400" dirty="0">
              <a:effectLst/>
            </a:endParaRPr>
          </a:p>
        </p:txBody>
      </p:sp>
    </p:spTree>
    <p:extLst>
      <p:ext uri="{BB962C8B-B14F-4D97-AF65-F5344CB8AC3E}">
        <p14:creationId xmlns:p14="http://schemas.microsoft.com/office/powerpoint/2010/main" val="3070727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CD0E5-0357-F580-AFBD-32829AF77797}"/>
              </a:ext>
            </a:extLst>
          </p:cNvPr>
          <p:cNvSpPr>
            <a:spLocks noGrp="1"/>
          </p:cNvSpPr>
          <p:nvPr>
            <p:ph type="ctrTitle"/>
          </p:nvPr>
        </p:nvSpPr>
        <p:spPr>
          <a:xfrm>
            <a:off x="2303463" y="409575"/>
            <a:ext cx="7084422" cy="1974670"/>
          </a:xfrm>
        </p:spPr>
        <p:txBody>
          <a:bodyPr/>
          <a:lstStyle/>
          <a:p>
            <a:r>
              <a:rPr lang="en-US" dirty="0"/>
              <a:t>Thank you!</a:t>
            </a:r>
            <a:br>
              <a:rPr lang="en-US" dirty="0"/>
            </a:br>
            <a:br>
              <a:rPr lang="en-US" dirty="0"/>
            </a:br>
            <a:r>
              <a:rPr lang="en-US" dirty="0"/>
              <a:t>Any questions?</a:t>
            </a:r>
            <a:endParaRPr lang="en-GB" dirty="0"/>
          </a:p>
        </p:txBody>
      </p:sp>
      <p:sp>
        <p:nvSpPr>
          <p:cNvPr id="3" name="Text Placeholder 2">
            <a:extLst>
              <a:ext uri="{FF2B5EF4-FFF2-40B4-BE49-F238E27FC236}">
                <a16:creationId xmlns:a16="http://schemas.microsoft.com/office/drawing/2014/main" id="{81BC1A75-CF15-68F6-1ED3-21FC820EECCC}"/>
              </a:ext>
            </a:extLst>
          </p:cNvPr>
          <p:cNvSpPr>
            <a:spLocks noGrp="1"/>
          </p:cNvSpPr>
          <p:nvPr>
            <p:ph type="body" idx="1"/>
          </p:nvPr>
        </p:nvSpPr>
        <p:spPr>
          <a:xfrm>
            <a:off x="2303463" y="4699968"/>
            <a:ext cx="6485967" cy="361324"/>
          </a:xfrm>
        </p:spPr>
        <p:txBody>
          <a:bodyPr/>
          <a:lstStyle/>
          <a:p>
            <a:r>
              <a:rPr lang="en-US" dirty="0"/>
              <a:t>Maria Wood – UCL CASA </a:t>
            </a:r>
            <a:endParaRPr lang="en-GB" dirty="0"/>
          </a:p>
        </p:txBody>
      </p:sp>
      <p:sp>
        <p:nvSpPr>
          <p:cNvPr id="4" name="Text Placeholder 3">
            <a:extLst>
              <a:ext uri="{FF2B5EF4-FFF2-40B4-BE49-F238E27FC236}">
                <a16:creationId xmlns:a16="http://schemas.microsoft.com/office/drawing/2014/main" id="{68C01DF4-1370-CBAF-FD53-F0B799705F0E}"/>
              </a:ext>
            </a:extLst>
          </p:cNvPr>
          <p:cNvSpPr>
            <a:spLocks noGrp="1"/>
          </p:cNvSpPr>
          <p:nvPr>
            <p:ph type="body" idx="10"/>
          </p:nvPr>
        </p:nvSpPr>
        <p:spPr>
          <a:xfrm>
            <a:off x="2303463" y="5061292"/>
            <a:ext cx="6485967" cy="902185"/>
          </a:xfrm>
        </p:spPr>
        <p:txBody>
          <a:bodyPr/>
          <a:lstStyle/>
          <a:p>
            <a:r>
              <a:rPr lang="en-US" dirty="0"/>
              <a:t>maria.wood.23@ucl.ac.uk </a:t>
            </a:r>
          </a:p>
          <a:p>
            <a:r>
              <a:rPr lang="en-US" dirty="0"/>
              <a:t>mjmwood@github.io</a:t>
            </a:r>
          </a:p>
          <a:p>
            <a:r>
              <a:rPr lang="en-GB" dirty="0"/>
              <a:t>@mariawood.bsky.social </a:t>
            </a:r>
          </a:p>
        </p:txBody>
      </p:sp>
    </p:spTree>
    <p:extLst>
      <p:ext uri="{BB962C8B-B14F-4D97-AF65-F5344CB8AC3E}">
        <p14:creationId xmlns:p14="http://schemas.microsoft.com/office/powerpoint/2010/main" val="2054667646"/>
      </p:ext>
    </p:extLst>
  </p:cSld>
  <p:clrMapOvr>
    <a:masterClrMapping/>
  </p:clrMapOvr>
</p:sld>
</file>

<file path=ppt/theme/theme1.xml><?xml version="1.0" encoding="utf-8"?>
<a:theme xmlns:a="http://schemas.openxmlformats.org/drawingml/2006/main" name="Theme2">
  <a:themeElements>
    <a:clrScheme name="UCL Colours Theme">
      <a:dk1>
        <a:srgbClr val="000000"/>
      </a:dk1>
      <a:lt1>
        <a:srgbClr val="FAFAFA"/>
      </a:lt1>
      <a:dk2>
        <a:srgbClr val="000000"/>
      </a:dk2>
      <a:lt2>
        <a:srgbClr val="E8E8E8"/>
      </a:lt2>
      <a:accent1>
        <a:srgbClr val="3A1857"/>
      </a:accent1>
      <a:accent2>
        <a:srgbClr val="993AFF"/>
      </a:accent2>
      <a:accent3>
        <a:srgbClr val="B982FF"/>
      </a:accent3>
      <a:accent4>
        <a:srgbClr val="DDBDFF"/>
      </a:accent4>
      <a:accent5>
        <a:srgbClr val="EEDEFF"/>
      </a:accent5>
      <a:accent6>
        <a:srgbClr val="30D6FF"/>
      </a:accent6>
      <a:hlink>
        <a:srgbClr val="3A1857"/>
      </a:hlink>
      <a:folHlink>
        <a:srgbClr val="993A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2" id="{D5A33808-2D3B-47A6-920A-5B2D30063785}" vid="{339ABBF4-A649-49D4-A3E5-7CCDAD4AC5D9}"/>
    </a:ext>
  </a:extLst>
</a:theme>
</file>

<file path=ppt/theme/theme2.xml><?xml version="1.0" encoding="utf-8"?>
<a:theme xmlns:a="http://schemas.openxmlformats.org/drawingml/2006/main" name="UCL Slides templates - Complex design theme">
  <a:themeElements>
    <a:clrScheme name="UCL Colours Theme">
      <a:dk1>
        <a:srgbClr val="000000"/>
      </a:dk1>
      <a:lt1>
        <a:srgbClr val="FAFAFA"/>
      </a:lt1>
      <a:dk2>
        <a:srgbClr val="000000"/>
      </a:dk2>
      <a:lt2>
        <a:srgbClr val="E8E8E8"/>
      </a:lt2>
      <a:accent1>
        <a:srgbClr val="3A1857"/>
      </a:accent1>
      <a:accent2>
        <a:srgbClr val="993AFF"/>
      </a:accent2>
      <a:accent3>
        <a:srgbClr val="B982FF"/>
      </a:accent3>
      <a:accent4>
        <a:srgbClr val="DDBDFF"/>
      </a:accent4>
      <a:accent5>
        <a:srgbClr val="EEDEFF"/>
      </a:accent5>
      <a:accent6>
        <a:srgbClr val="30D6FF"/>
      </a:accent6>
      <a:hlink>
        <a:srgbClr val="3A1857"/>
      </a:hlink>
      <a:folHlink>
        <a:srgbClr val="993A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CL-PowerPoint-Template-UCL-Sans" id="{C0DD1EE3-BB10-C44F-8978-01528B825679}" vid="{4E179D40-60AB-7048-B8FC-B6F8DE8ECC7D}"/>
    </a:ext>
  </a:extLst>
</a:theme>
</file>

<file path=ppt/theme/theme3.xml><?xml version="1.0" encoding="utf-8"?>
<a:theme xmlns:a="http://schemas.openxmlformats.org/drawingml/2006/main" name="1_UCL Slides templates - Complex design theme">
  <a:themeElements>
    <a:clrScheme name="UCL Colours Theme">
      <a:dk1>
        <a:srgbClr val="000000"/>
      </a:dk1>
      <a:lt1>
        <a:srgbClr val="FAFAFA"/>
      </a:lt1>
      <a:dk2>
        <a:srgbClr val="000000"/>
      </a:dk2>
      <a:lt2>
        <a:srgbClr val="E8E8E8"/>
      </a:lt2>
      <a:accent1>
        <a:srgbClr val="3A1857"/>
      </a:accent1>
      <a:accent2>
        <a:srgbClr val="993AFF"/>
      </a:accent2>
      <a:accent3>
        <a:srgbClr val="B982FF"/>
      </a:accent3>
      <a:accent4>
        <a:srgbClr val="DDBDFF"/>
      </a:accent4>
      <a:accent5>
        <a:srgbClr val="EEDEFF"/>
      </a:accent5>
      <a:accent6>
        <a:srgbClr val="30D6FF"/>
      </a:accent6>
      <a:hlink>
        <a:srgbClr val="3A1857"/>
      </a:hlink>
      <a:folHlink>
        <a:srgbClr val="993A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CL-PowerPoint-Template-UCL-Sans" id="{C0DD1EE3-BB10-C44F-8978-01528B825679}" vid="{4E179D40-60AB-7048-B8FC-B6F8DE8ECC7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faf88fe-a998-4c5b-93c9-210a11d9a5c2}" enabled="0" method="" siteId="{1faf88fe-a998-4c5b-93c9-210a11d9a5c2}" removed="1"/>
</clbl:labelList>
</file>

<file path=docProps/app.xml><?xml version="1.0" encoding="utf-8"?>
<Properties xmlns="http://schemas.openxmlformats.org/officeDocument/2006/extended-properties" xmlns:vt="http://schemas.openxmlformats.org/officeDocument/2006/docPropsVTypes">
  <Template>Theme2</Template>
  <TotalTime>0</TotalTime>
  <Words>2087</Words>
  <Application>Microsoft Office PowerPoint</Application>
  <PresentationFormat>Widescreen</PresentationFormat>
  <Paragraphs>204</Paragraphs>
  <Slides>25</Slides>
  <Notes>6</Notes>
  <HiddenSlides>3</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25</vt:i4>
      </vt:variant>
    </vt:vector>
  </HeadingPairs>
  <TitlesOfParts>
    <vt:vector size="34" baseType="lpstr">
      <vt:lpstr>Aptos</vt:lpstr>
      <vt:lpstr>Arial</vt:lpstr>
      <vt:lpstr>Cambria Math</vt:lpstr>
      <vt:lpstr>UCL Sans</vt:lpstr>
      <vt:lpstr>UCL Sans SemiBold</vt:lpstr>
      <vt:lpstr>Wingdings</vt:lpstr>
      <vt:lpstr>Theme2</vt:lpstr>
      <vt:lpstr>UCL Slides templates - Complex design theme</vt:lpstr>
      <vt:lpstr>1_UCL Slides templates - Complex design theme</vt:lpstr>
      <vt:lpstr>The mode less travelled: quantifying transport flexibility using agent-based models</vt:lpstr>
      <vt:lpstr>The problem: global issues</vt:lpstr>
      <vt:lpstr>The concept: flexibility</vt:lpstr>
      <vt:lpstr>Another problem: measurement vs reality</vt:lpstr>
      <vt:lpstr>The concept: simulation of alternatives </vt:lpstr>
      <vt:lpstr>MATSim in a nutshell</vt:lpstr>
      <vt:lpstr>The concept: simulation of alternatives </vt:lpstr>
      <vt:lpstr>The concept: simulation of alternatives </vt:lpstr>
      <vt:lpstr>Flexibility from MATSim outputs</vt:lpstr>
      <vt:lpstr>PowerPoint Presentation</vt:lpstr>
      <vt:lpstr>Results: flexibility distribution</vt:lpstr>
      <vt:lpstr>Results: flexibility distribution</vt:lpstr>
      <vt:lpstr>Results: flexibility distribution</vt:lpstr>
      <vt:lpstr>Results: geographical distribution</vt:lpstr>
      <vt:lpstr>Results: comparison to connectivity</vt:lpstr>
      <vt:lpstr>Results: comparison to connectivity – fullpop old methods</vt:lpstr>
      <vt:lpstr>Results: comparison to connectivity</vt:lpstr>
      <vt:lpstr>Extension: trip-level car dependence</vt:lpstr>
      <vt:lpstr>Extension: trip-level car dependence</vt:lpstr>
      <vt:lpstr>Extension: trip-level car dependence – fullpop old methods</vt:lpstr>
      <vt:lpstr>Extension: trip-level car dependence</vt:lpstr>
      <vt:lpstr>Next steps</vt:lpstr>
      <vt:lpstr>Conclusions</vt:lpstr>
      <vt:lpstr>References</vt:lpstr>
      <vt:lpstr>Thank you!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Wood</dc:creator>
  <cp:lastModifiedBy>Maria Wood</cp:lastModifiedBy>
  <cp:revision>3</cp:revision>
  <dcterms:created xsi:type="dcterms:W3CDTF">2026-05-07T11:16:04Z</dcterms:created>
  <dcterms:modified xsi:type="dcterms:W3CDTF">2026-09-08T09:58:10Z</dcterms:modified>
</cp:coreProperties>
</file>